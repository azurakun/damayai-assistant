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236"/>
    <a:srgbClr val="E29D3E"/>
    <a:srgbClr val="DBC042"/>
    <a:srgbClr val="C8D346"/>
    <a:srgbClr val="A1CB4A"/>
    <a:srgbClr val="80C34F"/>
    <a:srgbClr val="DFE1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540" y="-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71EC5CC-3781-4A87-B7D6-3D321DFD4BEF}" type="doc">
      <dgm:prSet loTypeId="urn:microsoft.com/office/officeart/2005/8/layout/cycle5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D"/>
        </a:p>
      </dgm:t>
    </dgm:pt>
    <dgm:pt modelId="{FCABA04F-DF88-4765-8F54-5A9CEBCCDEB8}">
      <dgm:prSet custT="1"/>
      <dgm:spPr/>
      <dgm:t>
        <a:bodyPr/>
        <a:lstStyle/>
        <a:p>
          <a:pPr algn="ctr"/>
          <a:r>
            <a:rPr lang="en-ID" sz="2000" b="1" dirty="0" err="1">
              <a:latin typeface="Arial" panose="020B0604020202020204" pitchFamily="34" charset="0"/>
              <a:cs typeface="Arial" panose="020B0604020202020204" pitchFamily="34" charset="0"/>
            </a:rPr>
            <a:t>Cageur</a:t>
          </a:r>
          <a:r>
            <a:rPr lang="en-ID" sz="20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</a:p>
        <a:p>
          <a:pPr algn="l"/>
          <a:r>
            <a:rPr lang="en-ID" sz="1200" dirty="0" err="1">
              <a:latin typeface="Arial" panose="020B0604020202020204" pitchFamily="34" charset="0"/>
              <a:cs typeface="Arial" panose="020B0604020202020204" pitchFamily="34" charset="0"/>
            </a:rPr>
            <a:t>sehat</a:t>
          </a:r>
          <a:r>
            <a:rPr lang="en-ID" sz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200" dirty="0" err="1">
              <a:latin typeface="Arial" panose="020B0604020202020204" pitchFamily="34" charset="0"/>
              <a:cs typeface="Arial" panose="020B0604020202020204" pitchFamily="34" charset="0"/>
            </a:rPr>
            <a:t>jasmani</a:t>
          </a:r>
          <a:r>
            <a:rPr lang="en-ID" sz="1200" dirty="0">
              <a:latin typeface="Arial" panose="020B0604020202020204" pitchFamily="34" charset="0"/>
              <a:cs typeface="Arial" panose="020B0604020202020204" pitchFamily="34" charset="0"/>
            </a:rPr>
            <a:t> dan </a:t>
          </a:r>
          <a:r>
            <a:rPr lang="en-ID" sz="1200" dirty="0" err="1">
              <a:latin typeface="Arial" panose="020B0604020202020204" pitchFamily="34" charset="0"/>
              <a:cs typeface="Arial" panose="020B0604020202020204" pitchFamily="34" charset="0"/>
            </a:rPr>
            <a:t>rohani</a:t>
          </a:r>
          <a:r>
            <a:rPr lang="en-ID" sz="1200" dirty="0"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ID" sz="1200" dirty="0" err="1">
              <a:latin typeface="Arial" panose="020B0604020202020204" pitchFamily="34" charset="0"/>
              <a:cs typeface="Arial" panose="020B0604020202020204" pitchFamily="34" charset="0"/>
            </a:rPr>
            <a:t>serta</a:t>
          </a:r>
          <a:r>
            <a:rPr lang="en-ID" sz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200" dirty="0" err="1">
              <a:latin typeface="Arial" panose="020B0604020202020204" pitchFamily="34" charset="0"/>
              <a:cs typeface="Arial" panose="020B0604020202020204" pitchFamily="34" charset="0"/>
            </a:rPr>
            <a:t>mampu</a:t>
          </a:r>
          <a:r>
            <a:rPr lang="en-ID" sz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200" dirty="0" err="1">
              <a:latin typeface="Arial" panose="020B0604020202020204" pitchFamily="34" charset="0"/>
              <a:cs typeface="Arial" panose="020B0604020202020204" pitchFamily="34" charset="0"/>
            </a:rPr>
            <a:t>mengelola</a:t>
          </a:r>
          <a:r>
            <a:rPr lang="en-ID" sz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200" dirty="0" err="1">
              <a:latin typeface="Arial" panose="020B0604020202020204" pitchFamily="34" charset="0"/>
              <a:cs typeface="Arial" panose="020B0604020202020204" pitchFamily="34" charset="0"/>
            </a:rPr>
            <a:t>emosi</a:t>
          </a:r>
          <a:endParaRPr lang="en-ID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3B4CCD0-8B86-4877-8582-EF3B983EF92C}" type="parTrans" cxnId="{C2D05194-80B8-41CC-9DC3-B781CB7D65C0}">
      <dgm:prSet/>
      <dgm:spPr/>
      <dgm:t>
        <a:bodyPr/>
        <a:lstStyle/>
        <a:p>
          <a:endParaRPr lang="en-ID" sz="2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6A015B1-0280-4596-93F2-B729677A2989}" type="sibTrans" cxnId="{C2D05194-80B8-41CC-9DC3-B781CB7D65C0}">
      <dgm:prSet/>
      <dgm:spPr/>
      <dgm:t>
        <a:bodyPr/>
        <a:lstStyle/>
        <a:p>
          <a:endParaRPr lang="en-ID" sz="2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0CE1CE7-4603-4D83-B4C9-E1B2B0B66D73}">
      <dgm:prSet custT="1"/>
      <dgm:spPr/>
      <dgm:t>
        <a:bodyPr/>
        <a:lstStyle/>
        <a:p>
          <a:pPr algn="ctr"/>
          <a:r>
            <a:rPr lang="en-ID" sz="2000" b="1" dirty="0" err="1">
              <a:latin typeface="Arial" panose="020B0604020202020204" pitchFamily="34" charset="0"/>
              <a:cs typeface="Arial" panose="020B0604020202020204" pitchFamily="34" charset="0"/>
            </a:rPr>
            <a:t>Bageur</a:t>
          </a:r>
          <a:endParaRPr lang="en-ID" sz="2000" b="1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algn="l"/>
          <a:r>
            <a:rPr lang="en-ID" sz="1200" dirty="0" err="1">
              <a:latin typeface="Arial" panose="020B0604020202020204" pitchFamily="34" charset="0"/>
              <a:cs typeface="Arial" panose="020B0604020202020204" pitchFamily="34" charset="0"/>
            </a:rPr>
            <a:t>berakhlak</a:t>
          </a:r>
          <a:r>
            <a:rPr lang="en-ID" sz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200" dirty="0" err="1">
              <a:latin typeface="Arial" panose="020B0604020202020204" pitchFamily="34" charset="0"/>
              <a:cs typeface="Arial" panose="020B0604020202020204" pitchFamily="34" charset="0"/>
            </a:rPr>
            <a:t>mulia</a:t>
          </a:r>
          <a:r>
            <a:rPr lang="en-ID" sz="1200" dirty="0"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ID" sz="1200" dirty="0" err="1">
              <a:latin typeface="Arial" panose="020B0604020202020204" pitchFamily="34" charset="0"/>
              <a:cs typeface="Arial" panose="020B0604020202020204" pitchFamily="34" charset="0"/>
            </a:rPr>
            <a:t>peduli</a:t>
          </a:r>
          <a:r>
            <a:rPr lang="en-ID" sz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200" dirty="0" err="1">
              <a:latin typeface="Arial" panose="020B0604020202020204" pitchFamily="34" charset="0"/>
              <a:cs typeface="Arial" panose="020B0604020202020204" pitchFamily="34" charset="0"/>
            </a:rPr>
            <a:t>terhadap</a:t>
          </a:r>
          <a:r>
            <a:rPr lang="en-ID" sz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200" dirty="0" err="1">
              <a:latin typeface="Arial" panose="020B0604020202020204" pitchFamily="34" charset="0"/>
              <a:cs typeface="Arial" panose="020B0604020202020204" pitchFamily="34" charset="0"/>
            </a:rPr>
            <a:t>sesama</a:t>
          </a:r>
          <a:r>
            <a:rPr lang="en-ID" sz="1200" dirty="0">
              <a:latin typeface="Arial" panose="020B0604020202020204" pitchFamily="34" charset="0"/>
              <a:cs typeface="Arial" panose="020B0604020202020204" pitchFamily="34" charset="0"/>
            </a:rPr>
            <a:t> dan </a:t>
          </a:r>
          <a:r>
            <a:rPr lang="en-ID" sz="1200" dirty="0" err="1">
              <a:latin typeface="Arial" panose="020B0604020202020204" pitchFamily="34" charset="0"/>
              <a:cs typeface="Arial" panose="020B0604020202020204" pitchFamily="34" charset="0"/>
            </a:rPr>
            <a:t>lingkungan</a:t>
          </a:r>
          <a:endParaRPr lang="en-ID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971FA14-3C47-49F5-BC62-41A1FDD66675}" type="parTrans" cxnId="{E77C9F8D-626A-4023-BC22-B1F0299B5649}">
      <dgm:prSet/>
      <dgm:spPr/>
      <dgm:t>
        <a:bodyPr/>
        <a:lstStyle/>
        <a:p>
          <a:endParaRPr lang="en-ID" sz="2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ED51C19-2352-4A83-8FB5-B09A4E3C2117}" type="sibTrans" cxnId="{E77C9F8D-626A-4023-BC22-B1F0299B5649}">
      <dgm:prSet/>
      <dgm:spPr/>
      <dgm:t>
        <a:bodyPr/>
        <a:lstStyle/>
        <a:p>
          <a:endParaRPr lang="en-ID" sz="2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2B2E90D-1D16-4B5B-8D0B-94CD32366806}">
      <dgm:prSet custT="1"/>
      <dgm:spPr/>
      <dgm:t>
        <a:bodyPr/>
        <a:lstStyle/>
        <a:p>
          <a:pPr algn="ctr"/>
          <a:r>
            <a:rPr lang="en-ID" sz="2000" b="1" dirty="0" err="1">
              <a:latin typeface="Arial" panose="020B0604020202020204" pitchFamily="34" charset="0"/>
              <a:cs typeface="Arial" panose="020B0604020202020204" pitchFamily="34" charset="0"/>
            </a:rPr>
            <a:t>Bener</a:t>
          </a:r>
          <a:r>
            <a:rPr lang="en-ID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</a:p>
        <a:p>
          <a:pPr algn="l"/>
          <a:r>
            <a:rPr lang="en-ID" sz="1200" dirty="0" err="1">
              <a:latin typeface="Arial" panose="020B0604020202020204" pitchFamily="34" charset="0"/>
              <a:cs typeface="Arial" panose="020B0604020202020204" pitchFamily="34" charset="0"/>
            </a:rPr>
            <a:t>berpikir</a:t>
          </a:r>
          <a:r>
            <a:rPr lang="en-ID" sz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200" dirty="0" err="1">
              <a:latin typeface="Arial" panose="020B0604020202020204" pitchFamily="34" charset="0"/>
              <a:cs typeface="Arial" panose="020B0604020202020204" pitchFamily="34" charset="0"/>
            </a:rPr>
            <a:t>kritis</a:t>
          </a:r>
          <a:r>
            <a:rPr lang="en-ID" sz="1200" dirty="0"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ID" sz="1200" dirty="0" err="1">
              <a:latin typeface="Arial" panose="020B0604020202020204" pitchFamily="34" charset="0"/>
              <a:cs typeface="Arial" panose="020B0604020202020204" pitchFamily="34" charset="0"/>
            </a:rPr>
            <a:t>jujur</a:t>
          </a:r>
          <a:r>
            <a:rPr lang="en-ID" sz="1200" dirty="0"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ID" sz="1200" dirty="0" err="1">
              <a:latin typeface="Arial" panose="020B0604020202020204" pitchFamily="34" charset="0"/>
              <a:cs typeface="Arial" panose="020B0604020202020204" pitchFamily="34" charset="0"/>
            </a:rPr>
            <a:t>disiplin</a:t>
          </a:r>
          <a:r>
            <a:rPr lang="en-ID" sz="1200" dirty="0">
              <a:latin typeface="Arial" panose="020B0604020202020204" pitchFamily="34" charset="0"/>
              <a:cs typeface="Arial" panose="020B0604020202020204" pitchFamily="34" charset="0"/>
            </a:rPr>
            <a:t>, dan </a:t>
          </a:r>
          <a:r>
            <a:rPr lang="en-ID" sz="1200" dirty="0" err="1">
              <a:latin typeface="Arial" panose="020B0604020202020204" pitchFamily="34" charset="0"/>
              <a:cs typeface="Arial" panose="020B0604020202020204" pitchFamily="34" charset="0"/>
            </a:rPr>
            <a:t>bertanggung</a:t>
          </a:r>
          <a:r>
            <a:rPr lang="en-ID" sz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200" dirty="0" err="1">
              <a:latin typeface="Arial" panose="020B0604020202020204" pitchFamily="34" charset="0"/>
              <a:cs typeface="Arial" panose="020B0604020202020204" pitchFamily="34" charset="0"/>
            </a:rPr>
            <a:t>jawab</a:t>
          </a:r>
          <a:r>
            <a:rPr lang="en-ID" sz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</a:p>
      </dgm:t>
    </dgm:pt>
    <dgm:pt modelId="{83C1DCB8-919E-4AF8-9C56-37BFC96B23AA}" type="parTrans" cxnId="{07AF983F-55A8-4B7A-8169-AD129631BE1A}">
      <dgm:prSet/>
      <dgm:spPr/>
      <dgm:t>
        <a:bodyPr/>
        <a:lstStyle/>
        <a:p>
          <a:endParaRPr lang="en-ID" sz="2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C5EF8A2-C140-4922-A162-870A15DF088E}" type="sibTrans" cxnId="{07AF983F-55A8-4B7A-8169-AD129631BE1A}">
      <dgm:prSet/>
      <dgm:spPr/>
      <dgm:t>
        <a:bodyPr/>
        <a:lstStyle/>
        <a:p>
          <a:endParaRPr lang="en-ID" sz="2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D28EBC3-86DB-4B19-B2D4-7DBD0F21A945}">
      <dgm:prSet custT="1"/>
      <dgm:spPr/>
      <dgm:t>
        <a:bodyPr/>
        <a:lstStyle/>
        <a:p>
          <a:pPr algn="ctr"/>
          <a:r>
            <a:rPr lang="en-ID" sz="2000" b="1" dirty="0">
              <a:latin typeface="Arial" panose="020B0604020202020204" pitchFamily="34" charset="0"/>
              <a:cs typeface="Arial" panose="020B0604020202020204" pitchFamily="34" charset="0"/>
            </a:rPr>
            <a:t>Pinter</a:t>
          </a:r>
          <a:r>
            <a:rPr lang="en-ID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</a:p>
        <a:p>
          <a:pPr algn="l"/>
          <a:r>
            <a:rPr lang="en-ID" sz="1200" dirty="0" err="1">
              <a:latin typeface="Arial" panose="020B0604020202020204" pitchFamily="34" charset="0"/>
              <a:cs typeface="Arial" panose="020B0604020202020204" pitchFamily="34" charset="0"/>
            </a:rPr>
            <a:t>cerdas</a:t>
          </a:r>
          <a:r>
            <a:rPr lang="en-ID" sz="1200" dirty="0"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ID" sz="1200" dirty="0" err="1">
              <a:latin typeface="Arial" panose="020B0604020202020204" pitchFamily="34" charset="0"/>
              <a:cs typeface="Arial" panose="020B0604020202020204" pitchFamily="34" charset="0"/>
            </a:rPr>
            <a:t>komunikatif</a:t>
          </a:r>
          <a:r>
            <a:rPr lang="en-ID" sz="1200" dirty="0">
              <a:latin typeface="Arial" panose="020B0604020202020204" pitchFamily="34" charset="0"/>
              <a:cs typeface="Arial" panose="020B0604020202020204" pitchFamily="34" charset="0"/>
            </a:rPr>
            <a:t>, dan </a:t>
          </a:r>
          <a:r>
            <a:rPr lang="en-ID" sz="1200" dirty="0" err="1">
              <a:latin typeface="Arial" panose="020B0604020202020204" pitchFamily="34" charset="0"/>
              <a:cs typeface="Arial" panose="020B0604020202020204" pitchFamily="34" charset="0"/>
            </a:rPr>
            <a:t>berwawasan</a:t>
          </a:r>
          <a:r>
            <a:rPr lang="en-ID" sz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200" dirty="0" err="1">
              <a:latin typeface="Arial" panose="020B0604020202020204" pitchFamily="34" charset="0"/>
              <a:cs typeface="Arial" panose="020B0604020202020204" pitchFamily="34" charset="0"/>
            </a:rPr>
            <a:t>kebangsaan</a:t>
          </a:r>
          <a:endParaRPr lang="en-ID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EC0BA81-8E58-4146-B3A7-55BDE8CD0982}" type="parTrans" cxnId="{2C2A2CFC-4BB2-440B-BA69-A791BADA08BC}">
      <dgm:prSet/>
      <dgm:spPr/>
      <dgm:t>
        <a:bodyPr/>
        <a:lstStyle/>
        <a:p>
          <a:endParaRPr lang="en-ID" sz="2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C4624FD-1B81-4D85-A01D-E7BE44E3062E}" type="sibTrans" cxnId="{2C2A2CFC-4BB2-440B-BA69-A791BADA08BC}">
      <dgm:prSet/>
      <dgm:spPr/>
      <dgm:t>
        <a:bodyPr/>
        <a:lstStyle/>
        <a:p>
          <a:endParaRPr lang="en-ID" sz="2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BBE499A-CCED-4682-9020-F2A3167187C1}">
      <dgm:prSet custT="1"/>
      <dgm:spPr/>
      <dgm:t>
        <a:bodyPr/>
        <a:lstStyle/>
        <a:p>
          <a:pPr algn="ctr"/>
          <a:r>
            <a:rPr lang="en-ID" sz="2000" b="1" dirty="0">
              <a:latin typeface="Arial" panose="020B0604020202020204" pitchFamily="34" charset="0"/>
              <a:cs typeface="Arial" panose="020B0604020202020204" pitchFamily="34" charset="0"/>
            </a:rPr>
            <a:t>Singer</a:t>
          </a:r>
        </a:p>
        <a:p>
          <a:pPr algn="l"/>
          <a:r>
            <a:rPr lang="en-ID" sz="1200" dirty="0" err="1">
              <a:latin typeface="Arial" panose="020B0604020202020204" pitchFamily="34" charset="0"/>
              <a:cs typeface="Arial" panose="020B0604020202020204" pitchFamily="34" charset="0"/>
            </a:rPr>
            <a:t>kreatif</a:t>
          </a:r>
          <a:r>
            <a:rPr lang="en-ID" sz="1200" dirty="0"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ID" sz="1200" dirty="0" err="1">
              <a:latin typeface="Arial" panose="020B0604020202020204" pitchFamily="34" charset="0"/>
              <a:cs typeface="Arial" panose="020B0604020202020204" pitchFamily="34" charset="0"/>
            </a:rPr>
            <a:t>inovatif</a:t>
          </a:r>
          <a:r>
            <a:rPr lang="en-ID" sz="1200" dirty="0">
              <a:latin typeface="Arial" panose="020B0604020202020204" pitchFamily="34" charset="0"/>
              <a:cs typeface="Arial" panose="020B0604020202020204" pitchFamily="34" charset="0"/>
            </a:rPr>
            <a:t>, dan </a:t>
          </a:r>
          <a:r>
            <a:rPr lang="en-ID" sz="1200" dirty="0" err="1">
              <a:latin typeface="Arial" panose="020B0604020202020204" pitchFamily="34" charset="0"/>
              <a:cs typeface="Arial" panose="020B0604020202020204" pitchFamily="34" charset="0"/>
            </a:rPr>
            <a:t>adaptif</a:t>
          </a:r>
          <a:r>
            <a:rPr lang="en-ID" sz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200" dirty="0" err="1">
              <a:latin typeface="Arial" panose="020B0604020202020204" pitchFamily="34" charset="0"/>
              <a:cs typeface="Arial" panose="020B0604020202020204" pitchFamily="34" charset="0"/>
            </a:rPr>
            <a:t>terhadap</a:t>
          </a:r>
          <a:r>
            <a:rPr lang="en-ID" sz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200" dirty="0" err="1">
              <a:latin typeface="Arial" panose="020B0604020202020204" pitchFamily="34" charset="0"/>
              <a:cs typeface="Arial" panose="020B0604020202020204" pitchFamily="34" charset="0"/>
            </a:rPr>
            <a:t>perubahan</a:t>
          </a:r>
          <a:r>
            <a:rPr lang="en-ID" sz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200" dirty="0" err="1">
              <a:latin typeface="Arial" panose="020B0604020202020204" pitchFamily="34" charset="0"/>
              <a:cs typeface="Arial" panose="020B0604020202020204" pitchFamily="34" charset="0"/>
            </a:rPr>
            <a:t>sosial</a:t>
          </a:r>
          <a:endParaRPr lang="en-ID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A8D779E-CFD7-44D7-9114-190B7E1DB5BD}" type="parTrans" cxnId="{5BE9D243-346C-446D-95C5-1FC59A6C7665}">
      <dgm:prSet/>
      <dgm:spPr/>
      <dgm:t>
        <a:bodyPr/>
        <a:lstStyle/>
        <a:p>
          <a:endParaRPr lang="en-ID" sz="2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497212D-0484-44BB-80CB-AD5C2B49E258}" type="sibTrans" cxnId="{5BE9D243-346C-446D-95C5-1FC59A6C7665}">
      <dgm:prSet/>
      <dgm:spPr/>
      <dgm:t>
        <a:bodyPr/>
        <a:lstStyle/>
        <a:p>
          <a:endParaRPr lang="en-ID" sz="2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49F4618-4E98-450D-A447-DFCCBF238EFE}" type="pres">
      <dgm:prSet presAssocID="{F71EC5CC-3781-4A87-B7D6-3D321DFD4BEF}" presName="cycle" presStyleCnt="0">
        <dgm:presLayoutVars>
          <dgm:dir/>
          <dgm:resizeHandles val="exact"/>
        </dgm:presLayoutVars>
      </dgm:prSet>
      <dgm:spPr/>
    </dgm:pt>
    <dgm:pt modelId="{13711A4B-CBBD-4E19-85EA-B70FC9F85161}" type="pres">
      <dgm:prSet presAssocID="{FCABA04F-DF88-4765-8F54-5A9CEBCCDEB8}" presName="node" presStyleLbl="node1" presStyleIdx="0" presStyleCnt="5">
        <dgm:presLayoutVars>
          <dgm:bulletEnabled val="1"/>
        </dgm:presLayoutVars>
      </dgm:prSet>
      <dgm:spPr/>
    </dgm:pt>
    <dgm:pt modelId="{7F52415B-1C29-40A8-B35C-21841FAA2D8B}" type="pres">
      <dgm:prSet presAssocID="{FCABA04F-DF88-4765-8F54-5A9CEBCCDEB8}" presName="spNode" presStyleCnt="0"/>
      <dgm:spPr/>
    </dgm:pt>
    <dgm:pt modelId="{B9869E2F-63E6-4E2D-8F9C-7FA1B41BB104}" type="pres">
      <dgm:prSet presAssocID="{06A015B1-0280-4596-93F2-B729677A2989}" presName="sibTrans" presStyleLbl="sibTrans1D1" presStyleIdx="0" presStyleCnt="5"/>
      <dgm:spPr/>
    </dgm:pt>
    <dgm:pt modelId="{2D302D1D-C3E2-451D-A79E-C92CB4BAD554}" type="pres">
      <dgm:prSet presAssocID="{A0CE1CE7-4603-4D83-B4C9-E1B2B0B66D73}" presName="node" presStyleLbl="node1" presStyleIdx="1" presStyleCnt="5">
        <dgm:presLayoutVars>
          <dgm:bulletEnabled val="1"/>
        </dgm:presLayoutVars>
      </dgm:prSet>
      <dgm:spPr/>
    </dgm:pt>
    <dgm:pt modelId="{FC009FAA-4664-490C-B123-5EC8FCEAAE73}" type="pres">
      <dgm:prSet presAssocID="{A0CE1CE7-4603-4D83-B4C9-E1B2B0B66D73}" presName="spNode" presStyleCnt="0"/>
      <dgm:spPr/>
    </dgm:pt>
    <dgm:pt modelId="{ADC26E15-D24C-4BE3-942A-494DDC29E4C8}" type="pres">
      <dgm:prSet presAssocID="{5ED51C19-2352-4A83-8FB5-B09A4E3C2117}" presName="sibTrans" presStyleLbl="sibTrans1D1" presStyleIdx="1" presStyleCnt="5"/>
      <dgm:spPr/>
    </dgm:pt>
    <dgm:pt modelId="{A63D818C-4388-4441-B5E7-8369B66F7AFD}" type="pres">
      <dgm:prSet presAssocID="{A2B2E90D-1D16-4B5B-8D0B-94CD32366806}" presName="node" presStyleLbl="node1" presStyleIdx="2" presStyleCnt="5">
        <dgm:presLayoutVars>
          <dgm:bulletEnabled val="1"/>
        </dgm:presLayoutVars>
      </dgm:prSet>
      <dgm:spPr/>
    </dgm:pt>
    <dgm:pt modelId="{E1024F27-E3EE-453E-A8E7-65ED2ED18AE6}" type="pres">
      <dgm:prSet presAssocID="{A2B2E90D-1D16-4B5B-8D0B-94CD32366806}" presName="spNode" presStyleCnt="0"/>
      <dgm:spPr/>
    </dgm:pt>
    <dgm:pt modelId="{2E217268-33D8-4FEA-A03B-63A3E61BA8C5}" type="pres">
      <dgm:prSet presAssocID="{6C5EF8A2-C140-4922-A162-870A15DF088E}" presName="sibTrans" presStyleLbl="sibTrans1D1" presStyleIdx="2" presStyleCnt="5"/>
      <dgm:spPr/>
    </dgm:pt>
    <dgm:pt modelId="{5CA9BDA5-2792-4718-9016-5D10F43BA74F}" type="pres">
      <dgm:prSet presAssocID="{9D28EBC3-86DB-4B19-B2D4-7DBD0F21A945}" presName="node" presStyleLbl="node1" presStyleIdx="3" presStyleCnt="5">
        <dgm:presLayoutVars>
          <dgm:bulletEnabled val="1"/>
        </dgm:presLayoutVars>
      </dgm:prSet>
      <dgm:spPr/>
    </dgm:pt>
    <dgm:pt modelId="{B9E1AB39-1412-4F53-9A7D-E52B9D2FD713}" type="pres">
      <dgm:prSet presAssocID="{9D28EBC3-86DB-4B19-B2D4-7DBD0F21A945}" presName="spNode" presStyleCnt="0"/>
      <dgm:spPr/>
    </dgm:pt>
    <dgm:pt modelId="{DDEE1F1D-94F1-49BA-9959-A0EE5EB21238}" type="pres">
      <dgm:prSet presAssocID="{2C4624FD-1B81-4D85-A01D-E7BE44E3062E}" presName="sibTrans" presStyleLbl="sibTrans1D1" presStyleIdx="3" presStyleCnt="5"/>
      <dgm:spPr/>
    </dgm:pt>
    <dgm:pt modelId="{9159AF91-FCC2-4B6D-94E3-504B895B7548}" type="pres">
      <dgm:prSet presAssocID="{0BBE499A-CCED-4682-9020-F2A3167187C1}" presName="node" presStyleLbl="node1" presStyleIdx="4" presStyleCnt="5">
        <dgm:presLayoutVars>
          <dgm:bulletEnabled val="1"/>
        </dgm:presLayoutVars>
      </dgm:prSet>
      <dgm:spPr/>
    </dgm:pt>
    <dgm:pt modelId="{ACAE50E4-BDA2-4307-9C8B-AB223228F720}" type="pres">
      <dgm:prSet presAssocID="{0BBE499A-CCED-4682-9020-F2A3167187C1}" presName="spNode" presStyleCnt="0"/>
      <dgm:spPr/>
    </dgm:pt>
    <dgm:pt modelId="{3B54CA4E-C55C-44EC-BD65-02803683E09D}" type="pres">
      <dgm:prSet presAssocID="{B497212D-0484-44BB-80CB-AD5C2B49E258}" presName="sibTrans" presStyleLbl="sibTrans1D1" presStyleIdx="4" presStyleCnt="5"/>
      <dgm:spPr/>
    </dgm:pt>
  </dgm:ptLst>
  <dgm:cxnLst>
    <dgm:cxn modelId="{0A95A615-F1D5-4FFF-89AB-D34F6611168D}" type="presOf" srcId="{2C4624FD-1B81-4D85-A01D-E7BE44E3062E}" destId="{DDEE1F1D-94F1-49BA-9959-A0EE5EB21238}" srcOrd="0" destOrd="0" presId="urn:microsoft.com/office/officeart/2005/8/layout/cycle5"/>
    <dgm:cxn modelId="{07AF983F-55A8-4B7A-8169-AD129631BE1A}" srcId="{F71EC5CC-3781-4A87-B7D6-3D321DFD4BEF}" destId="{A2B2E90D-1D16-4B5B-8D0B-94CD32366806}" srcOrd="2" destOrd="0" parTransId="{83C1DCB8-919E-4AF8-9C56-37BFC96B23AA}" sibTransId="{6C5EF8A2-C140-4922-A162-870A15DF088E}"/>
    <dgm:cxn modelId="{5BE9D243-346C-446D-95C5-1FC59A6C7665}" srcId="{F71EC5CC-3781-4A87-B7D6-3D321DFD4BEF}" destId="{0BBE499A-CCED-4682-9020-F2A3167187C1}" srcOrd="4" destOrd="0" parTransId="{5A8D779E-CFD7-44D7-9114-190B7E1DB5BD}" sibTransId="{B497212D-0484-44BB-80CB-AD5C2B49E258}"/>
    <dgm:cxn modelId="{F7998C47-8A42-4B9F-81C7-AE54F65DA807}" type="presOf" srcId="{A2B2E90D-1D16-4B5B-8D0B-94CD32366806}" destId="{A63D818C-4388-4441-B5E7-8369B66F7AFD}" srcOrd="0" destOrd="0" presId="urn:microsoft.com/office/officeart/2005/8/layout/cycle5"/>
    <dgm:cxn modelId="{9722106B-44B0-40B3-ADEE-387B25707BC9}" type="presOf" srcId="{F71EC5CC-3781-4A87-B7D6-3D321DFD4BEF}" destId="{749F4618-4E98-450D-A447-DFCCBF238EFE}" srcOrd="0" destOrd="0" presId="urn:microsoft.com/office/officeart/2005/8/layout/cycle5"/>
    <dgm:cxn modelId="{0B9FC074-A553-4A4C-BCCD-57B5C10A2094}" type="presOf" srcId="{0BBE499A-CCED-4682-9020-F2A3167187C1}" destId="{9159AF91-FCC2-4B6D-94E3-504B895B7548}" srcOrd="0" destOrd="0" presId="urn:microsoft.com/office/officeart/2005/8/layout/cycle5"/>
    <dgm:cxn modelId="{E77C9F8D-626A-4023-BC22-B1F0299B5649}" srcId="{F71EC5CC-3781-4A87-B7D6-3D321DFD4BEF}" destId="{A0CE1CE7-4603-4D83-B4C9-E1B2B0B66D73}" srcOrd="1" destOrd="0" parTransId="{6971FA14-3C47-49F5-BC62-41A1FDD66675}" sibTransId="{5ED51C19-2352-4A83-8FB5-B09A4E3C2117}"/>
    <dgm:cxn modelId="{883F9791-941C-4627-9F20-236D64303B47}" type="presOf" srcId="{B497212D-0484-44BB-80CB-AD5C2B49E258}" destId="{3B54CA4E-C55C-44EC-BD65-02803683E09D}" srcOrd="0" destOrd="0" presId="urn:microsoft.com/office/officeart/2005/8/layout/cycle5"/>
    <dgm:cxn modelId="{C2D05194-80B8-41CC-9DC3-B781CB7D65C0}" srcId="{F71EC5CC-3781-4A87-B7D6-3D321DFD4BEF}" destId="{FCABA04F-DF88-4765-8F54-5A9CEBCCDEB8}" srcOrd="0" destOrd="0" parTransId="{A3B4CCD0-8B86-4877-8582-EF3B983EF92C}" sibTransId="{06A015B1-0280-4596-93F2-B729677A2989}"/>
    <dgm:cxn modelId="{66EA98BA-0FF5-4389-9A29-6A2178933E21}" type="presOf" srcId="{5ED51C19-2352-4A83-8FB5-B09A4E3C2117}" destId="{ADC26E15-D24C-4BE3-942A-494DDC29E4C8}" srcOrd="0" destOrd="0" presId="urn:microsoft.com/office/officeart/2005/8/layout/cycle5"/>
    <dgm:cxn modelId="{5867ADBE-AE15-4FA3-9179-18A89090D5AC}" type="presOf" srcId="{9D28EBC3-86DB-4B19-B2D4-7DBD0F21A945}" destId="{5CA9BDA5-2792-4718-9016-5D10F43BA74F}" srcOrd="0" destOrd="0" presId="urn:microsoft.com/office/officeart/2005/8/layout/cycle5"/>
    <dgm:cxn modelId="{0D027BC1-B3D8-4BDD-BC71-53BDF98350F9}" type="presOf" srcId="{06A015B1-0280-4596-93F2-B729677A2989}" destId="{B9869E2F-63E6-4E2D-8F9C-7FA1B41BB104}" srcOrd="0" destOrd="0" presId="urn:microsoft.com/office/officeart/2005/8/layout/cycle5"/>
    <dgm:cxn modelId="{1D7074C7-66FD-4FAE-9DD0-E792D0873B92}" type="presOf" srcId="{A0CE1CE7-4603-4D83-B4C9-E1B2B0B66D73}" destId="{2D302D1D-C3E2-451D-A79E-C92CB4BAD554}" srcOrd="0" destOrd="0" presId="urn:microsoft.com/office/officeart/2005/8/layout/cycle5"/>
    <dgm:cxn modelId="{CB22E8F3-0461-453C-8900-4E57225E7857}" type="presOf" srcId="{FCABA04F-DF88-4765-8F54-5A9CEBCCDEB8}" destId="{13711A4B-CBBD-4E19-85EA-B70FC9F85161}" srcOrd="0" destOrd="0" presId="urn:microsoft.com/office/officeart/2005/8/layout/cycle5"/>
    <dgm:cxn modelId="{0DC312F9-2D94-405D-9076-1BC5758DB287}" type="presOf" srcId="{6C5EF8A2-C140-4922-A162-870A15DF088E}" destId="{2E217268-33D8-4FEA-A03B-63A3E61BA8C5}" srcOrd="0" destOrd="0" presId="urn:microsoft.com/office/officeart/2005/8/layout/cycle5"/>
    <dgm:cxn modelId="{2C2A2CFC-4BB2-440B-BA69-A791BADA08BC}" srcId="{F71EC5CC-3781-4A87-B7D6-3D321DFD4BEF}" destId="{9D28EBC3-86DB-4B19-B2D4-7DBD0F21A945}" srcOrd="3" destOrd="0" parTransId="{4EC0BA81-8E58-4146-B3A7-55BDE8CD0982}" sibTransId="{2C4624FD-1B81-4D85-A01D-E7BE44E3062E}"/>
    <dgm:cxn modelId="{67115ED1-5CF0-4016-8146-DFD14F9EE77A}" type="presParOf" srcId="{749F4618-4E98-450D-A447-DFCCBF238EFE}" destId="{13711A4B-CBBD-4E19-85EA-B70FC9F85161}" srcOrd="0" destOrd="0" presId="urn:microsoft.com/office/officeart/2005/8/layout/cycle5"/>
    <dgm:cxn modelId="{0E4644CE-C1C5-412B-B292-F1758DE04489}" type="presParOf" srcId="{749F4618-4E98-450D-A447-DFCCBF238EFE}" destId="{7F52415B-1C29-40A8-B35C-21841FAA2D8B}" srcOrd="1" destOrd="0" presId="urn:microsoft.com/office/officeart/2005/8/layout/cycle5"/>
    <dgm:cxn modelId="{517EAEFF-CB04-44E2-8E86-83A7F0FE0093}" type="presParOf" srcId="{749F4618-4E98-450D-A447-DFCCBF238EFE}" destId="{B9869E2F-63E6-4E2D-8F9C-7FA1B41BB104}" srcOrd="2" destOrd="0" presId="urn:microsoft.com/office/officeart/2005/8/layout/cycle5"/>
    <dgm:cxn modelId="{3BA8F541-5D45-47B0-A878-2C07D2E0F325}" type="presParOf" srcId="{749F4618-4E98-450D-A447-DFCCBF238EFE}" destId="{2D302D1D-C3E2-451D-A79E-C92CB4BAD554}" srcOrd="3" destOrd="0" presId="urn:microsoft.com/office/officeart/2005/8/layout/cycle5"/>
    <dgm:cxn modelId="{F10FAA32-77E1-4ADD-B275-5FFFE19BB91F}" type="presParOf" srcId="{749F4618-4E98-450D-A447-DFCCBF238EFE}" destId="{FC009FAA-4664-490C-B123-5EC8FCEAAE73}" srcOrd="4" destOrd="0" presId="urn:microsoft.com/office/officeart/2005/8/layout/cycle5"/>
    <dgm:cxn modelId="{1580F985-40D2-4402-BDC7-F14CBF9A309B}" type="presParOf" srcId="{749F4618-4E98-450D-A447-DFCCBF238EFE}" destId="{ADC26E15-D24C-4BE3-942A-494DDC29E4C8}" srcOrd="5" destOrd="0" presId="urn:microsoft.com/office/officeart/2005/8/layout/cycle5"/>
    <dgm:cxn modelId="{F272DCCB-5531-4AC8-9F12-EBE9825507D6}" type="presParOf" srcId="{749F4618-4E98-450D-A447-DFCCBF238EFE}" destId="{A63D818C-4388-4441-B5E7-8369B66F7AFD}" srcOrd="6" destOrd="0" presId="urn:microsoft.com/office/officeart/2005/8/layout/cycle5"/>
    <dgm:cxn modelId="{4726F8BB-C342-4F7D-B88A-4230BA593AB4}" type="presParOf" srcId="{749F4618-4E98-450D-A447-DFCCBF238EFE}" destId="{E1024F27-E3EE-453E-A8E7-65ED2ED18AE6}" srcOrd="7" destOrd="0" presId="urn:microsoft.com/office/officeart/2005/8/layout/cycle5"/>
    <dgm:cxn modelId="{64423A3D-3D6D-47DA-907F-14B809AE1C91}" type="presParOf" srcId="{749F4618-4E98-450D-A447-DFCCBF238EFE}" destId="{2E217268-33D8-4FEA-A03B-63A3E61BA8C5}" srcOrd="8" destOrd="0" presId="urn:microsoft.com/office/officeart/2005/8/layout/cycle5"/>
    <dgm:cxn modelId="{CE6AFC10-CDF1-43F9-A8D9-F736B8C59DB5}" type="presParOf" srcId="{749F4618-4E98-450D-A447-DFCCBF238EFE}" destId="{5CA9BDA5-2792-4718-9016-5D10F43BA74F}" srcOrd="9" destOrd="0" presId="urn:microsoft.com/office/officeart/2005/8/layout/cycle5"/>
    <dgm:cxn modelId="{B931FBD3-8476-4AEC-8D23-094B6D37B9A4}" type="presParOf" srcId="{749F4618-4E98-450D-A447-DFCCBF238EFE}" destId="{B9E1AB39-1412-4F53-9A7D-E52B9D2FD713}" srcOrd="10" destOrd="0" presId="urn:microsoft.com/office/officeart/2005/8/layout/cycle5"/>
    <dgm:cxn modelId="{5FB62A93-6557-4BBA-971C-DFA2ABC7091D}" type="presParOf" srcId="{749F4618-4E98-450D-A447-DFCCBF238EFE}" destId="{DDEE1F1D-94F1-49BA-9959-A0EE5EB21238}" srcOrd="11" destOrd="0" presId="urn:microsoft.com/office/officeart/2005/8/layout/cycle5"/>
    <dgm:cxn modelId="{28919095-99A3-4029-BFFF-90D3F0FF3A3E}" type="presParOf" srcId="{749F4618-4E98-450D-A447-DFCCBF238EFE}" destId="{9159AF91-FCC2-4B6D-94E3-504B895B7548}" srcOrd="12" destOrd="0" presId="urn:microsoft.com/office/officeart/2005/8/layout/cycle5"/>
    <dgm:cxn modelId="{A5520649-8E3B-48C5-B990-06E872A4525B}" type="presParOf" srcId="{749F4618-4E98-450D-A447-DFCCBF238EFE}" destId="{ACAE50E4-BDA2-4307-9C8B-AB223228F720}" srcOrd="13" destOrd="0" presId="urn:microsoft.com/office/officeart/2005/8/layout/cycle5"/>
    <dgm:cxn modelId="{9DF92902-8C81-4167-971D-D18A50F20247}" type="presParOf" srcId="{749F4618-4E98-450D-A447-DFCCBF238EFE}" destId="{3B54CA4E-C55C-44EC-BD65-02803683E09D}" srcOrd="14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D90A4FB-502E-4095-AB07-7886A24A5804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D"/>
        </a:p>
      </dgm:t>
    </dgm:pt>
    <dgm:pt modelId="{265629BF-B9B9-49F6-8266-1F6736A0AF49}">
      <dgm:prSet custT="1"/>
      <dgm:spPr/>
      <dgm:t>
        <a:bodyPr/>
        <a:lstStyle/>
        <a:p>
          <a:r>
            <a:rPr lang="en-US" sz="1800" b="1" dirty="0" err="1">
              <a:latin typeface="Arial" panose="020B0604020202020204" pitchFamily="34" charset="0"/>
              <a:cs typeface="Arial" panose="020B0604020202020204" pitchFamily="34" charset="0"/>
            </a:rPr>
            <a:t>Sosialisasi</a:t>
          </a:r>
          <a:r>
            <a:rPr lang="en-US" sz="1800" b="1" dirty="0"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US" sz="1800" b="1" dirty="0" err="1">
              <a:latin typeface="Arial" panose="020B0604020202020204" pitchFamily="34" charset="0"/>
              <a:cs typeface="Arial" panose="020B0604020202020204" pitchFamily="34" charset="0"/>
            </a:rPr>
            <a:t>Pendaftaran</a:t>
          </a:r>
          <a:r>
            <a:rPr lang="en-US" sz="1800" b="1" dirty="0">
              <a:latin typeface="Arial" panose="020B0604020202020204" pitchFamily="34" charset="0"/>
              <a:cs typeface="Arial" panose="020B0604020202020204" pitchFamily="34" charset="0"/>
            </a:rPr>
            <a:t> dan Technical Meeting</a:t>
          </a:r>
          <a:endParaRPr lang="en-ID" sz="18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38258A8-CE50-4CF9-A42D-20D07382442A}" type="parTrans" cxnId="{7B73A72A-8C4C-4C83-AC70-7DFDB6A49439}">
      <dgm:prSet/>
      <dgm:spPr/>
      <dgm:t>
        <a:bodyPr/>
        <a:lstStyle/>
        <a:p>
          <a:endParaRPr lang="en-ID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6D3D7B0-FC9A-447F-9B15-99DEB88EFF4B}" type="sibTrans" cxnId="{7B73A72A-8C4C-4C83-AC70-7DFDB6A49439}">
      <dgm:prSet custT="1"/>
      <dgm:spPr/>
      <dgm:t>
        <a:bodyPr/>
        <a:lstStyle/>
        <a:p>
          <a:endParaRPr lang="en-ID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C91FAE7-4BC0-44B9-A106-1280D40C543F}">
      <dgm:prSet custT="1"/>
      <dgm:spPr/>
      <dgm:t>
        <a:bodyPr/>
        <a:lstStyle/>
        <a:p>
          <a:r>
            <a:rPr lang="en-ID" sz="1800" b="1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800" b="1" dirty="0">
              <a:latin typeface="Arial" panose="020B0604020202020204" pitchFamily="34" charset="0"/>
              <a:cs typeface="Arial" panose="020B0604020202020204" pitchFamily="34" charset="0"/>
            </a:rPr>
            <a:t> 1. Aksi Program </a:t>
          </a:r>
          <a:r>
            <a:rPr lang="en-ID" sz="1800" b="1" dirty="0" err="1">
              <a:latin typeface="Arial" panose="020B0604020202020204" pitchFamily="34" charset="0"/>
              <a:cs typeface="Arial" panose="020B0604020202020204" pitchFamily="34" charset="0"/>
            </a:rPr>
            <a:t>Inovasi</a:t>
          </a:r>
          <a:r>
            <a:rPr lang="en-ID" sz="18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800" b="1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8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800" b="1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endParaRPr lang="en-ID" sz="18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CCB7B59-8847-48BB-A5ED-26F2C5AA6541}" type="parTrans" cxnId="{B7C9017E-F3FC-4795-A3DC-1D807C5CF3AF}">
      <dgm:prSet/>
      <dgm:spPr/>
      <dgm:t>
        <a:bodyPr/>
        <a:lstStyle/>
        <a:p>
          <a:endParaRPr lang="en-ID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83112D9-B9FD-4B3E-A231-596CC36E3372}" type="sibTrans" cxnId="{B7C9017E-F3FC-4795-A3DC-1D807C5CF3AF}">
      <dgm:prSet custT="1"/>
      <dgm:spPr/>
      <dgm:t>
        <a:bodyPr/>
        <a:lstStyle/>
        <a:p>
          <a:endParaRPr lang="en-ID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4FC3D13-A9B5-43FD-8BDC-32AD5A21223A}">
      <dgm:prSet custT="1"/>
      <dgm:spPr/>
      <dgm:t>
        <a:bodyPr/>
        <a:lstStyle/>
        <a:p>
          <a:r>
            <a:rPr lang="en-ID" sz="1800" b="1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800" b="1" dirty="0">
              <a:latin typeface="Arial" panose="020B0604020202020204" pitchFamily="34" charset="0"/>
              <a:cs typeface="Arial" panose="020B0604020202020204" pitchFamily="34" charset="0"/>
            </a:rPr>
            <a:t> 2. </a:t>
          </a:r>
          <a:r>
            <a:rPr lang="en-ID" sz="1800" b="1" dirty="0" err="1">
              <a:latin typeface="Arial" panose="020B0604020202020204" pitchFamily="34" charset="0"/>
              <a:cs typeface="Arial" panose="020B0604020202020204" pitchFamily="34" charset="0"/>
            </a:rPr>
            <a:t>Visitasi</a:t>
          </a:r>
          <a:r>
            <a:rPr lang="en-ID" sz="1800" b="1" dirty="0">
              <a:latin typeface="Arial" panose="020B0604020202020204" pitchFamily="34" charset="0"/>
              <a:cs typeface="Arial" panose="020B0604020202020204" pitchFamily="34" charset="0"/>
            </a:rPr>
            <a:t>/ </a:t>
          </a:r>
          <a:r>
            <a:rPr lang="en-ID" sz="1800" b="1" dirty="0" err="1">
              <a:latin typeface="Arial" panose="020B0604020202020204" pitchFamily="34" charset="0"/>
              <a:cs typeface="Arial" panose="020B0604020202020204" pitchFamily="34" charset="0"/>
            </a:rPr>
            <a:t>Verifikasi</a:t>
          </a:r>
          <a:r>
            <a:rPr lang="en-ID" sz="18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800" b="1" dirty="0" err="1">
              <a:latin typeface="Arial" panose="020B0604020202020204" pitchFamily="34" charset="0"/>
              <a:cs typeface="Arial" panose="020B0604020202020204" pitchFamily="34" charset="0"/>
            </a:rPr>
            <a:t>Lapangan</a:t>
          </a:r>
          <a:endParaRPr lang="en-ID" sz="18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C279119-C14C-4DE1-895B-8775BFDF47EB}" type="parTrans" cxnId="{C6F1ED92-9303-42F4-869E-72A434971F89}">
      <dgm:prSet/>
      <dgm:spPr/>
      <dgm:t>
        <a:bodyPr/>
        <a:lstStyle/>
        <a:p>
          <a:endParaRPr lang="en-ID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E562428-57E4-455A-B593-6F46320CC059}" type="sibTrans" cxnId="{C6F1ED92-9303-42F4-869E-72A434971F89}">
      <dgm:prSet custT="1"/>
      <dgm:spPr/>
      <dgm:t>
        <a:bodyPr/>
        <a:lstStyle/>
        <a:p>
          <a:endParaRPr lang="en-ID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AC67526-5AE6-443A-AB52-D00DAFB78B31}">
      <dgm:prSet custT="1"/>
      <dgm:spPr/>
      <dgm:t>
        <a:bodyPr/>
        <a:lstStyle/>
        <a:p>
          <a:r>
            <a:rPr lang="it-IT" sz="1800" b="1" dirty="0">
              <a:latin typeface="Arial" panose="020B0604020202020204" pitchFamily="34" charset="0"/>
              <a:cs typeface="Arial" panose="020B0604020202020204" pitchFamily="34" charset="0"/>
            </a:rPr>
            <a:t>Tahap 3. Presentasi dan Wawancara</a:t>
          </a:r>
          <a:endParaRPr lang="en-ID" sz="18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4C442B4-5DEF-414D-8D54-3DE545AE797D}" type="parTrans" cxnId="{027B2FDA-FAB7-463F-ACCE-300668912516}">
      <dgm:prSet/>
      <dgm:spPr/>
      <dgm:t>
        <a:bodyPr/>
        <a:lstStyle/>
        <a:p>
          <a:endParaRPr lang="en-ID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E6226FA-3EF7-4E85-A6FB-82A7595F1298}" type="sibTrans" cxnId="{027B2FDA-FAB7-463F-ACCE-300668912516}">
      <dgm:prSet custT="1"/>
      <dgm:spPr/>
      <dgm:t>
        <a:bodyPr/>
        <a:lstStyle/>
        <a:p>
          <a:endParaRPr lang="en-ID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CB5C9D4-05EF-4BD9-B94F-8B792159FA04}">
      <dgm:prSet custT="1"/>
      <dgm:spPr/>
      <dgm:t>
        <a:bodyPr/>
        <a:lstStyle/>
        <a:p>
          <a:r>
            <a:rPr lang="en-ID" sz="1800" b="1" dirty="0" err="1">
              <a:latin typeface="Arial" panose="020B0604020202020204" pitchFamily="34" charset="0"/>
              <a:cs typeface="Arial" panose="020B0604020202020204" pitchFamily="34" charset="0"/>
            </a:rPr>
            <a:t>Penganugerahan</a:t>
          </a:r>
          <a:r>
            <a:rPr lang="en-ID" sz="18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800" b="1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8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800" b="1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r>
            <a:rPr lang="en-ID" sz="18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800" b="1" dirty="0" err="1">
              <a:latin typeface="Arial" panose="020B0604020202020204" pitchFamily="34" charset="0"/>
              <a:cs typeface="Arial" panose="020B0604020202020204" pitchFamily="34" charset="0"/>
            </a:rPr>
            <a:t>Tahun</a:t>
          </a:r>
          <a:r>
            <a:rPr lang="en-ID" sz="1800" b="1" dirty="0">
              <a:latin typeface="Arial" panose="020B0604020202020204" pitchFamily="34" charset="0"/>
              <a:cs typeface="Arial" panose="020B0604020202020204" pitchFamily="34" charset="0"/>
            </a:rPr>
            <a:t> 2025</a:t>
          </a:r>
        </a:p>
      </dgm:t>
    </dgm:pt>
    <dgm:pt modelId="{2F42C034-DCA9-4066-82BF-C02384793C5D}" type="parTrans" cxnId="{64B70E96-7C92-4D0B-9EC3-EFBFB88238E6}">
      <dgm:prSet/>
      <dgm:spPr/>
      <dgm:t>
        <a:bodyPr/>
        <a:lstStyle/>
        <a:p>
          <a:endParaRPr lang="en-ID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95D07F2-86DD-47ED-871C-53171A5CB280}" type="sibTrans" cxnId="{64B70E96-7C92-4D0B-9EC3-EFBFB88238E6}">
      <dgm:prSet/>
      <dgm:spPr/>
      <dgm:t>
        <a:bodyPr/>
        <a:lstStyle/>
        <a:p>
          <a:endParaRPr lang="en-ID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ADB8F4C-E2B5-4349-A2B8-B1D89AE1B93C}" type="pres">
      <dgm:prSet presAssocID="{7D90A4FB-502E-4095-AB07-7886A24A5804}" presName="outerComposite" presStyleCnt="0">
        <dgm:presLayoutVars>
          <dgm:chMax val="5"/>
          <dgm:dir/>
          <dgm:resizeHandles val="exact"/>
        </dgm:presLayoutVars>
      </dgm:prSet>
      <dgm:spPr/>
    </dgm:pt>
    <dgm:pt modelId="{2FF4CE1C-BFC0-46B1-9BEB-DA6EA703F822}" type="pres">
      <dgm:prSet presAssocID="{7D90A4FB-502E-4095-AB07-7886A24A5804}" presName="dummyMaxCanvas" presStyleCnt="0">
        <dgm:presLayoutVars/>
      </dgm:prSet>
      <dgm:spPr/>
    </dgm:pt>
    <dgm:pt modelId="{A10B7520-914C-4BE4-A9EC-0CEC70D17DD5}" type="pres">
      <dgm:prSet presAssocID="{7D90A4FB-502E-4095-AB07-7886A24A5804}" presName="FiveNodes_1" presStyleLbl="node1" presStyleIdx="0" presStyleCnt="5">
        <dgm:presLayoutVars>
          <dgm:bulletEnabled val="1"/>
        </dgm:presLayoutVars>
      </dgm:prSet>
      <dgm:spPr/>
    </dgm:pt>
    <dgm:pt modelId="{A6AF2D9F-66B7-48E0-9096-6F8ED5ACF1EA}" type="pres">
      <dgm:prSet presAssocID="{7D90A4FB-502E-4095-AB07-7886A24A5804}" presName="FiveNodes_2" presStyleLbl="node1" presStyleIdx="1" presStyleCnt="5">
        <dgm:presLayoutVars>
          <dgm:bulletEnabled val="1"/>
        </dgm:presLayoutVars>
      </dgm:prSet>
      <dgm:spPr/>
    </dgm:pt>
    <dgm:pt modelId="{DB78CEB6-F6E7-4307-87A8-0DCD8C0CA755}" type="pres">
      <dgm:prSet presAssocID="{7D90A4FB-502E-4095-AB07-7886A24A5804}" presName="FiveNodes_3" presStyleLbl="node1" presStyleIdx="2" presStyleCnt="5">
        <dgm:presLayoutVars>
          <dgm:bulletEnabled val="1"/>
        </dgm:presLayoutVars>
      </dgm:prSet>
      <dgm:spPr/>
    </dgm:pt>
    <dgm:pt modelId="{1C4AF343-1AB6-42F5-AC37-9F14AFC8EC8B}" type="pres">
      <dgm:prSet presAssocID="{7D90A4FB-502E-4095-AB07-7886A24A5804}" presName="FiveNodes_4" presStyleLbl="node1" presStyleIdx="3" presStyleCnt="5">
        <dgm:presLayoutVars>
          <dgm:bulletEnabled val="1"/>
        </dgm:presLayoutVars>
      </dgm:prSet>
      <dgm:spPr/>
    </dgm:pt>
    <dgm:pt modelId="{928B1435-6BF0-4A93-913E-6B2245FFABDE}" type="pres">
      <dgm:prSet presAssocID="{7D90A4FB-502E-4095-AB07-7886A24A5804}" presName="FiveNodes_5" presStyleLbl="node1" presStyleIdx="4" presStyleCnt="5">
        <dgm:presLayoutVars>
          <dgm:bulletEnabled val="1"/>
        </dgm:presLayoutVars>
      </dgm:prSet>
      <dgm:spPr/>
    </dgm:pt>
    <dgm:pt modelId="{A9EEA17F-1890-4CD0-976A-145081AC0543}" type="pres">
      <dgm:prSet presAssocID="{7D90A4FB-502E-4095-AB07-7886A24A5804}" presName="FiveConn_1-2" presStyleLbl="fgAccFollowNode1" presStyleIdx="0" presStyleCnt="4">
        <dgm:presLayoutVars>
          <dgm:bulletEnabled val="1"/>
        </dgm:presLayoutVars>
      </dgm:prSet>
      <dgm:spPr/>
    </dgm:pt>
    <dgm:pt modelId="{01D2552A-729B-4207-9889-C45FB52C20A1}" type="pres">
      <dgm:prSet presAssocID="{7D90A4FB-502E-4095-AB07-7886A24A5804}" presName="FiveConn_2-3" presStyleLbl="fgAccFollowNode1" presStyleIdx="1" presStyleCnt="4">
        <dgm:presLayoutVars>
          <dgm:bulletEnabled val="1"/>
        </dgm:presLayoutVars>
      </dgm:prSet>
      <dgm:spPr/>
    </dgm:pt>
    <dgm:pt modelId="{4D8245D8-8188-4D2E-95CE-85CB82C8BA50}" type="pres">
      <dgm:prSet presAssocID="{7D90A4FB-502E-4095-AB07-7886A24A5804}" presName="FiveConn_3-4" presStyleLbl="fgAccFollowNode1" presStyleIdx="2" presStyleCnt="4">
        <dgm:presLayoutVars>
          <dgm:bulletEnabled val="1"/>
        </dgm:presLayoutVars>
      </dgm:prSet>
      <dgm:spPr/>
    </dgm:pt>
    <dgm:pt modelId="{2D560723-1CF9-48CB-B04A-7E28B0E59498}" type="pres">
      <dgm:prSet presAssocID="{7D90A4FB-502E-4095-AB07-7886A24A5804}" presName="FiveConn_4-5" presStyleLbl="fgAccFollowNode1" presStyleIdx="3" presStyleCnt="4">
        <dgm:presLayoutVars>
          <dgm:bulletEnabled val="1"/>
        </dgm:presLayoutVars>
      </dgm:prSet>
      <dgm:spPr/>
    </dgm:pt>
    <dgm:pt modelId="{F583C730-1144-426D-9C83-89CFF5BCF96C}" type="pres">
      <dgm:prSet presAssocID="{7D90A4FB-502E-4095-AB07-7886A24A5804}" presName="FiveNodes_1_text" presStyleLbl="node1" presStyleIdx="4" presStyleCnt="5">
        <dgm:presLayoutVars>
          <dgm:bulletEnabled val="1"/>
        </dgm:presLayoutVars>
      </dgm:prSet>
      <dgm:spPr/>
    </dgm:pt>
    <dgm:pt modelId="{344C0EED-D30F-4CC2-BA05-02434C6125C4}" type="pres">
      <dgm:prSet presAssocID="{7D90A4FB-502E-4095-AB07-7886A24A5804}" presName="FiveNodes_2_text" presStyleLbl="node1" presStyleIdx="4" presStyleCnt="5">
        <dgm:presLayoutVars>
          <dgm:bulletEnabled val="1"/>
        </dgm:presLayoutVars>
      </dgm:prSet>
      <dgm:spPr/>
    </dgm:pt>
    <dgm:pt modelId="{172FDAE6-C5CF-4AD0-B644-F3094E6D463B}" type="pres">
      <dgm:prSet presAssocID="{7D90A4FB-502E-4095-AB07-7886A24A5804}" presName="FiveNodes_3_text" presStyleLbl="node1" presStyleIdx="4" presStyleCnt="5">
        <dgm:presLayoutVars>
          <dgm:bulletEnabled val="1"/>
        </dgm:presLayoutVars>
      </dgm:prSet>
      <dgm:spPr/>
    </dgm:pt>
    <dgm:pt modelId="{B120ABD9-FD66-46A9-A78F-F790ABDB29E1}" type="pres">
      <dgm:prSet presAssocID="{7D90A4FB-502E-4095-AB07-7886A24A5804}" presName="FiveNodes_4_text" presStyleLbl="node1" presStyleIdx="4" presStyleCnt="5">
        <dgm:presLayoutVars>
          <dgm:bulletEnabled val="1"/>
        </dgm:presLayoutVars>
      </dgm:prSet>
      <dgm:spPr/>
    </dgm:pt>
    <dgm:pt modelId="{26D62BFC-FBFC-4DD6-85CF-90FC34523076}" type="pres">
      <dgm:prSet presAssocID="{7D90A4FB-502E-4095-AB07-7886A24A5804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264A0A03-1752-4F93-821F-B9BC13A55B23}" type="presOf" srcId="{2AC67526-5AE6-443A-AB52-D00DAFB78B31}" destId="{1C4AF343-1AB6-42F5-AC37-9F14AFC8EC8B}" srcOrd="0" destOrd="0" presId="urn:microsoft.com/office/officeart/2005/8/layout/vProcess5"/>
    <dgm:cxn modelId="{61077803-E01C-4AA4-B55B-FFBD4F6FBD37}" type="presOf" srcId="{2AC67526-5AE6-443A-AB52-D00DAFB78B31}" destId="{B120ABD9-FD66-46A9-A78F-F790ABDB29E1}" srcOrd="1" destOrd="0" presId="urn:microsoft.com/office/officeart/2005/8/layout/vProcess5"/>
    <dgm:cxn modelId="{7B73A72A-8C4C-4C83-AC70-7DFDB6A49439}" srcId="{7D90A4FB-502E-4095-AB07-7886A24A5804}" destId="{265629BF-B9B9-49F6-8266-1F6736A0AF49}" srcOrd="0" destOrd="0" parTransId="{338258A8-CE50-4CF9-A42D-20D07382442A}" sibTransId="{46D3D7B0-FC9A-447F-9B15-99DEB88EFF4B}"/>
    <dgm:cxn modelId="{8BA0A65C-E7E2-4110-888A-650018D42E57}" type="presOf" srcId="{D4FC3D13-A9B5-43FD-8BDC-32AD5A21223A}" destId="{172FDAE6-C5CF-4AD0-B644-F3094E6D463B}" srcOrd="1" destOrd="0" presId="urn:microsoft.com/office/officeart/2005/8/layout/vProcess5"/>
    <dgm:cxn modelId="{01A70B60-16B9-4DD7-A59A-76B4C4B6850C}" type="presOf" srcId="{ACB5C9D4-05EF-4BD9-B94F-8B792159FA04}" destId="{26D62BFC-FBFC-4DD6-85CF-90FC34523076}" srcOrd="1" destOrd="0" presId="urn:microsoft.com/office/officeart/2005/8/layout/vProcess5"/>
    <dgm:cxn modelId="{F1AEAB60-9B40-4A7B-98DF-A16586B2A9E4}" type="presOf" srcId="{D4FC3D13-A9B5-43FD-8BDC-32AD5A21223A}" destId="{DB78CEB6-F6E7-4307-87A8-0DCD8C0CA755}" srcOrd="0" destOrd="0" presId="urn:microsoft.com/office/officeart/2005/8/layout/vProcess5"/>
    <dgm:cxn modelId="{1E5CAE65-2334-40FE-97DA-BAB7E99767A2}" type="presOf" srcId="{265629BF-B9B9-49F6-8266-1F6736A0AF49}" destId="{A10B7520-914C-4BE4-A9EC-0CEC70D17DD5}" srcOrd="0" destOrd="0" presId="urn:microsoft.com/office/officeart/2005/8/layout/vProcess5"/>
    <dgm:cxn modelId="{915E3B74-E154-44DF-8A31-C38BB0588474}" type="presOf" srcId="{9E6226FA-3EF7-4E85-A6FB-82A7595F1298}" destId="{2D560723-1CF9-48CB-B04A-7E28B0E59498}" srcOrd="0" destOrd="0" presId="urn:microsoft.com/office/officeart/2005/8/layout/vProcess5"/>
    <dgm:cxn modelId="{B7C9017E-F3FC-4795-A3DC-1D807C5CF3AF}" srcId="{7D90A4FB-502E-4095-AB07-7886A24A5804}" destId="{1C91FAE7-4BC0-44B9-A106-1280D40C543F}" srcOrd="1" destOrd="0" parTransId="{CCCB7B59-8847-48BB-A5ED-26F2C5AA6541}" sibTransId="{D83112D9-B9FD-4B3E-A231-596CC36E3372}"/>
    <dgm:cxn modelId="{F05B5387-59C0-453B-8F94-7A3B0739430C}" type="presOf" srcId="{D83112D9-B9FD-4B3E-A231-596CC36E3372}" destId="{01D2552A-729B-4207-9889-C45FB52C20A1}" srcOrd="0" destOrd="0" presId="urn:microsoft.com/office/officeart/2005/8/layout/vProcess5"/>
    <dgm:cxn modelId="{C6F1ED92-9303-42F4-869E-72A434971F89}" srcId="{7D90A4FB-502E-4095-AB07-7886A24A5804}" destId="{D4FC3D13-A9B5-43FD-8BDC-32AD5A21223A}" srcOrd="2" destOrd="0" parTransId="{BC279119-C14C-4DE1-895B-8775BFDF47EB}" sibTransId="{FE562428-57E4-455A-B593-6F46320CC059}"/>
    <dgm:cxn modelId="{64B70E96-7C92-4D0B-9EC3-EFBFB88238E6}" srcId="{7D90A4FB-502E-4095-AB07-7886A24A5804}" destId="{ACB5C9D4-05EF-4BD9-B94F-8B792159FA04}" srcOrd="4" destOrd="0" parTransId="{2F42C034-DCA9-4066-82BF-C02384793C5D}" sibTransId="{F95D07F2-86DD-47ED-871C-53171A5CB280}"/>
    <dgm:cxn modelId="{E70C8A9A-2B08-4E5F-8B00-7CDACF3CB5A2}" type="presOf" srcId="{FE562428-57E4-455A-B593-6F46320CC059}" destId="{4D8245D8-8188-4D2E-95CE-85CB82C8BA50}" srcOrd="0" destOrd="0" presId="urn:microsoft.com/office/officeart/2005/8/layout/vProcess5"/>
    <dgm:cxn modelId="{6FB115A8-DEC7-49AE-8A83-02BBEBF74361}" type="presOf" srcId="{1C91FAE7-4BC0-44B9-A106-1280D40C543F}" destId="{344C0EED-D30F-4CC2-BA05-02434C6125C4}" srcOrd="1" destOrd="0" presId="urn:microsoft.com/office/officeart/2005/8/layout/vProcess5"/>
    <dgm:cxn modelId="{EB3929CA-4F63-432E-9ACF-FDA98697D9A6}" type="presOf" srcId="{1C91FAE7-4BC0-44B9-A106-1280D40C543F}" destId="{A6AF2D9F-66B7-48E0-9096-6F8ED5ACF1EA}" srcOrd="0" destOrd="0" presId="urn:microsoft.com/office/officeart/2005/8/layout/vProcess5"/>
    <dgm:cxn modelId="{AC8269CF-70DC-4C70-90CA-255637C268B7}" type="presOf" srcId="{265629BF-B9B9-49F6-8266-1F6736A0AF49}" destId="{F583C730-1144-426D-9C83-89CFF5BCF96C}" srcOrd="1" destOrd="0" presId="urn:microsoft.com/office/officeart/2005/8/layout/vProcess5"/>
    <dgm:cxn modelId="{41EC8DCF-241A-481A-BB60-949205558446}" type="presOf" srcId="{46D3D7B0-FC9A-447F-9B15-99DEB88EFF4B}" destId="{A9EEA17F-1890-4CD0-976A-145081AC0543}" srcOrd="0" destOrd="0" presId="urn:microsoft.com/office/officeart/2005/8/layout/vProcess5"/>
    <dgm:cxn modelId="{027B2FDA-FAB7-463F-ACCE-300668912516}" srcId="{7D90A4FB-502E-4095-AB07-7886A24A5804}" destId="{2AC67526-5AE6-443A-AB52-D00DAFB78B31}" srcOrd="3" destOrd="0" parTransId="{E4C442B4-5DEF-414D-8D54-3DE545AE797D}" sibTransId="{9E6226FA-3EF7-4E85-A6FB-82A7595F1298}"/>
    <dgm:cxn modelId="{6623D3F4-DBA6-43DF-A941-58007E8271BE}" type="presOf" srcId="{7D90A4FB-502E-4095-AB07-7886A24A5804}" destId="{FADB8F4C-E2B5-4349-A2B8-B1D89AE1B93C}" srcOrd="0" destOrd="0" presId="urn:microsoft.com/office/officeart/2005/8/layout/vProcess5"/>
    <dgm:cxn modelId="{EB3D91FB-4BA9-49AB-BE4A-89C40414A3E0}" type="presOf" srcId="{ACB5C9D4-05EF-4BD9-B94F-8B792159FA04}" destId="{928B1435-6BF0-4A93-913E-6B2245FFABDE}" srcOrd="0" destOrd="0" presId="urn:microsoft.com/office/officeart/2005/8/layout/vProcess5"/>
    <dgm:cxn modelId="{0D662BA3-E271-4F4C-9708-2084E9B31AA1}" type="presParOf" srcId="{FADB8F4C-E2B5-4349-A2B8-B1D89AE1B93C}" destId="{2FF4CE1C-BFC0-46B1-9BEB-DA6EA703F822}" srcOrd="0" destOrd="0" presId="urn:microsoft.com/office/officeart/2005/8/layout/vProcess5"/>
    <dgm:cxn modelId="{AE91F98D-ECDC-4826-B38A-107B7D4EA917}" type="presParOf" srcId="{FADB8F4C-E2B5-4349-A2B8-B1D89AE1B93C}" destId="{A10B7520-914C-4BE4-A9EC-0CEC70D17DD5}" srcOrd="1" destOrd="0" presId="urn:microsoft.com/office/officeart/2005/8/layout/vProcess5"/>
    <dgm:cxn modelId="{2601AEA7-6EEB-4446-9D4F-7669DF325F79}" type="presParOf" srcId="{FADB8F4C-E2B5-4349-A2B8-B1D89AE1B93C}" destId="{A6AF2D9F-66B7-48E0-9096-6F8ED5ACF1EA}" srcOrd="2" destOrd="0" presId="urn:microsoft.com/office/officeart/2005/8/layout/vProcess5"/>
    <dgm:cxn modelId="{32221940-1B2C-41DC-BF34-2114ED2472CD}" type="presParOf" srcId="{FADB8F4C-E2B5-4349-A2B8-B1D89AE1B93C}" destId="{DB78CEB6-F6E7-4307-87A8-0DCD8C0CA755}" srcOrd="3" destOrd="0" presId="urn:microsoft.com/office/officeart/2005/8/layout/vProcess5"/>
    <dgm:cxn modelId="{274EAA40-92C9-4CDC-8542-7925D507F7A8}" type="presParOf" srcId="{FADB8F4C-E2B5-4349-A2B8-B1D89AE1B93C}" destId="{1C4AF343-1AB6-42F5-AC37-9F14AFC8EC8B}" srcOrd="4" destOrd="0" presId="urn:microsoft.com/office/officeart/2005/8/layout/vProcess5"/>
    <dgm:cxn modelId="{29AB5B7D-9D6B-4465-867E-E59FA5A5DF05}" type="presParOf" srcId="{FADB8F4C-E2B5-4349-A2B8-B1D89AE1B93C}" destId="{928B1435-6BF0-4A93-913E-6B2245FFABDE}" srcOrd="5" destOrd="0" presId="urn:microsoft.com/office/officeart/2005/8/layout/vProcess5"/>
    <dgm:cxn modelId="{51DD607E-A84A-4FDD-A5AE-5A45B10BB7FF}" type="presParOf" srcId="{FADB8F4C-E2B5-4349-A2B8-B1D89AE1B93C}" destId="{A9EEA17F-1890-4CD0-976A-145081AC0543}" srcOrd="6" destOrd="0" presId="urn:microsoft.com/office/officeart/2005/8/layout/vProcess5"/>
    <dgm:cxn modelId="{FB38D896-5327-4F0B-8B0C-C8F4EFB68168}" type="presParOf" srcId="{FADB8F4C-E2B5-4349-A2B8-B1D89AE1B93C}" destId="{01D2552A-729B-4207-9889-C45FB52C20A1}" srcOrd="7" destOrd="0" presId="urn:microsoft.com/office/officeart/2005/8/layout/vProcess5"/>
    <dgm:cxn modelId="{03A41982-1F71-4568-9B80-35A243AC8EF5}" type="presParOf" srcId="{FADB8F4C-E2B5-4349-A2B8-B1D89AE1B93C}" destId="{4D8245D8-8188-4D2E-95CE-85CB82C8BA50}" srcOrd="8" destOrd="0" presId="urn:microsoft.com/office/officeart/2005/8/layout/vProcess5"/>
    <dgm:cxn modelId="{2D2B587B-E9A2-4963-9FFB-C08E2DEB0C99}" type="presParOf" srcId="{FADB8F4C-E2B5-4349-A2B8-B1D89AE1B93C}" destId="{2D560723-1CF9-48CB-B04A-7E28B0E59498}" srcOrd="9" destOrd="0" presId="urn:microsoft.com/office/officeart/2005/8/layout/vProcess5"/>
    <dgm:cxn modelId="{B1C815D7-7F93-4D8C-B337-E2C2BBCBD763}" type="presParOf" srcId="{FADB8F4C-E2B5-4349-A2B8-B1D89AE1B93C}" destId="{F583C730-1144-426D-9C83-89CFF5BCF96C}" srcOrd="10" destOrd="0" presId="urn:microsoft.com/office/officeart/2005/8/layout/vProcess5"/>
    <dgm:cxn modelId="{731126E3-5F44-45CF-93E6-62556C4B8C34}" type="presParOf" srcId="{FADB8F4C-E2B5-4349-A2B8-B1D89AE1B93C}" destId="{344C0EED-D30F-4CC2-BA05-02434C6125C4}" srcOrd="11" destOrd="0" presId="urn:microsoft.com/office/officeart/2005/8/layout/vProcess5"/>
    <dgm:cxn modelId="{106EA4FE-D535-4093-9F16-63C63CD3F39F}" type="presParOf" srcId="{FADB8F4C-E2B5-4349-A2B8-B1D89AE1B93C}" destId="{172FDAE6-C5CF-4AD0-B644-F3094E6D463B}" srcOrd="12" destOrd="0" presId="urn:microsoft.com/office/officeart/2005/8/layout/vProcess5"/>
    <dgm:cxn modelId="{91D15D0E-E5BA-4BA3-962B-29BFEA2A3B7D}" type="presParOf" srcId="{FADB8F4C-E2B5-4349-A2B8-B1D89AE1B93C}" destId="{B120ABD9-FD66-46A9-A78F-F790ABDB29E1}" srcOrd="13" destOrd="0" presId="urn:microsoft.com/office/officeart/2005/8/layout/vProcess5"/>
    <dgm:cxn modelId="{C4041A00-10BD-4A0D-89FF-F28ED6B287EB}" type="presParOf" srcId="{FADB8F4C-E2B5-4349-A2B8-B1D89AE1B93C}" destId="{26D62BFC-FBFC-4DD6-85CF-90FC34523076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D90A4FB-502E-4095-AB07-7886A24A5804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D"/>
        </a:p>
      </dgm:t>
    </dgm:pt>
    <dgm:pt modelId="{265629BF-B9B9-49F6-8266-1F6736A0AF49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Sosialisasi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38258A8-CE50-4CF9-A42D-20D07382442A}" type="parTrans" cxnId="{7B73A72A-8C4C-4C83-AC70-7DFDB6A4943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6D3D7B0-FC9A-447F-9B15-99DEB88EFF4B}" type="sibTrans" cxnId="{7B73A72A-8C4C-4C83-AC70-7DFDB6A4943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9AC8FEF-0913-4EF9-B565-6E65A703722E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Pendaftaran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C5E31F3-D94C-4B6E-973D-30FDA59A31E3}" type="parTrans" cxnId="{879E9CF9-48B7-451C-A7B7-BC79812B2A9D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8F7DA23-CE1C-41C8-AB62-F0CEC834D77E}" type="sibTrans" cxnId="{879E9CF9-48B7-451C-A7B7-BC79812B2A9D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BCB7335-339C-4EE0-ADA1-682416A1CA16}">
      <dgm:prSet custT="1"/>
      <dgm:spPr/>
      <dgm:t>
        <a:bodyPr/>
        <a:lstStyle/>
        <a:p>
          <a:r>
            <a:rPr lang="en-ID" sz="1100" b="1">
              <a:latin typeface="Arial" panose="020B0604020202020204" pitchFamily="34" charset="0"/>
              <a:cs typeface="Arial" panose="020B0604020202020204" pitchFamily="34" charset="0"/>
            </a:rPr>
            <a:t>Technical Meeting</a:t>
          </a:r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2A64CB6-54E4-4964-925B-D0B8A42BDEE1}" type="parTrans" cxnId="{19324F6C-14FB-48AD-A80E-1BFD1D72FEF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188520F-75C4-4A28-90BF-F2238FA17582}" type="sibTrans" cxnId="{19324F6C-14FB-48AD-A80E-1BFD1D72FEF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AC2CAA0-571D-4193-9C3F-B6E97E3B1870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1.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Pengumpulan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Program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Inovasi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5B21780-7116-44BF-BDF2-8B88E6E46E28}" type="parTrans" cxnId="{BBC43B34-250A-4D9C-85DB-EF9B46C7544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566EA1A-CF01-4137-8010-59CB9DE4C726}" type="sibTrans" cxnId="{BBC43B34-250A-4D9C-85DB-EF9B46C7544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52AA499-344C-471A-817C-875D884DF9A4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1. </a:t>
          </a:r>
        </a:p>
        <a:p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Aksi Program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Inovasi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F7CB217-AA7C-4743-8269-0C8849ABD05F}" type="parTrans" cxnId="{F5873F59-F9E9-401A-A853-F4F6D72B6B82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245CBAE-0D4B-46CB-B13B-8FAD5A3A81EF}" type="sibTrans" cxnId="{F5873F59-F9E9-401A-A853-F4F6D72B6B82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C91FAE7-4BC0-44B9-A106-1280D40C543F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1.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Pelaporan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Aksi Program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Inovasi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CCB7B59-8847-48BB-A5ED-26F2C5AA6541}" type="parTrans" cxnId="{B7C9017E-F3FC-4795-A3DC-1D807C5CF3AF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83112D9-B9FD-4B3E-A231-596CC36E3372}" type="sibTrans" cxnId="{B7C9017E-F3FC-4795-A3DC-1D807C5CF3AF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4FC3D13-A9B5-43FD-8BDC-32AD5A21223A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2.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Visitasi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/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Verifikasi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Lapangan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C279119-C14C-4DE1-895B-8775BFDF47EB}" type="parTrans" cxnId="{C6F1ED92-9303-42F4-869E-72A434971F8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E562428-57E4-455A-B593-6F46320CC059}" type="sibTrans" cxnId="{C6F1ED92-9303-42F4-869E-72A434971F8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AC67526-5AE6-443A-AB52-D00DAFB78B31}">
      <dgm:prSet custT="1"/>
      <dgm:spPr/>
      <dgm:t>
        <a:bodyPr/>
        <a:lstStyle/>
        <a:p>
          <a:r>
            <a:rPr lang="it-IT" sz="1100" b="1" dirty="0">
              <a:latin typeface="Arial" panose="020B0604020202020204" pitchFamily="34" charset="0"/>
              <a:cs typeface="Arial" panose="020B0604020202020204" pitchFamily="34" charset="0"/>
            </a:rPr>
            <a:t>Tahap 3. Presentasi dan Wawancara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4C442B4-5DEF-414D-8D54-3DE545AE797D}" type="parTrans" cxnId="{027B2FDA-FAB7-463F-ACCE-300668912516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E6226FA-3EF7-4E85-A6FB-82A7595F1298}" type="sibTrans" cxnId="{027B2FDA-FAB7-463F-ACCE-300668912516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CB5C9D4-05EF-4BD9-B94F-8B792159FA04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Penganugerahan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Tahun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2025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F42C034-DCA9-4066-82BF-C02384793C5D}" type="parTrans" cxnId="{64B70E96-7C92-4D0B-9EC3-EFBFB88238E6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95D07F2-86DD-47ED-871C-53171A5CB280}" type="sibTrans" cxnId="{64B70E96-7C92-4D0B-9EC3-EFBFB88238E6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A959280-0739-4C57-8D1B-EDDBCCC6CC38}" type="pres">
      <dgm:prSet presAssocID="{7D90A4FB-502E-4095-AB07-7886A24A5804}" presName="Name0" presStyleCnt="0">
        <dgm:presLayoutVars>
          <dgm:dir/>
          <dgm:resizeHandles val="exact"/>
        </dgm:presLayoutVars>
      </dgm:prSet>
      <dgm:spPr/>
    </dgm:pt>
    <dgm:pt modelId="{EA42DC6E-3729-47FC-BA72-23BCEAC80376}" type="pres">
      <dgm:prSet presAssocID="{7D90A4FB-502E-4095-AB07-7886A24A5804}" presName="arrow" presStyleLbl="bgShp" presStyleIdx="0" presStyleCnt="1"/>
      <dgm:spPr/>
    </dgm:pt>
    <dgm:pt modelId="{67C25DB3-59B8-43EE-96F8-A6B635A0463A}" type="pres">
      <dgm:prSet presAssocID="{7D90A4FB-502E-4095-AB07-7886A24A5804}" presName="points" presStyleCnt="0"/>
      <dgm:spPr/>
    </dgm:pt>
    <dgm:pt modelId="{862F8CA3-EE3F-43C5-A651-304DA3960F58}" type="pres">
      <dgm:prSet presAssocID="{265629BF-B9B9-49F6-8266-1F6736A0AF49}" presName="compositeA" presStyleCnt="0"/>
      <dgm:spPr/>
    </dgm:pt>
    <dgm:pt modelId="{D4C0AF6D-D468-4FBC-A780-219EE1C02AC5}" type="pres">
      <dgm:prSet presAssocID="{265629BF-B9B9-49F6-8266-1F6736A0AF49}" presName="textA" presStyleLbl="revTx" presStyleIdx="0" presStyleCnt="9">
        <dgm:presLayoutVars>
          <dgm:bulletEnabled val="1"/>
        </dgm:presLayoutVars>
      </dgm:prSet>
      <dgm:spPr/>
    </dgm:pt>
    <dgm:pt modelId="{2D10A39D-54A6-447B-B679-72C5F88D7AB8}" type="pres">
      <dgm:prSet presAssocID="{265629BF-B9B9-49F6-8266-1F6736A0AF49}" presName="circleA" presStyleLbl="node1" presStyleIdx="0" presStyleCnt="9"/>
      <dgm:spPr/>
    </dgm:pt>
    <dgm:pt modelId="{407BEF36-2F95-48BD-BCE8-31300AABFA83}" type="pres">
      <dgm:prSet presAssocID="{265629BF-B9B9-49F6-8266-1F6736A0AF49}" presName="spaceA" presStyleCnt="0"/>
      <dgm:spPr/>
    </dgm:pt>
    <dgm:pt modelId="{7C6281F6-EF1A-44C2-ADCE-18FBF012688D}" type="pres">
      <dgm:prSet presAssocID="{46D3D7B0-FC9A-447F-9B15-99DEB88EFF4B}" presName="space" presStyleCnt="0"/>
      <dgm:spPr/>
    </dgm:pt>
    <dgm:pt modelId="{8DE6934D-4005-4614-9C04-7A46BB4A7A88}" type="pres">
      <dgm:prSet presAssocID="{49AC8FEF-0913-4EF9-B565-6E65A703722E}" presName="compositeB" presStyleCnt="0"/>
      <dgm:spPr/>
    </dgm:pt>
    <dgm:pt modelId="{FA41CF90-987B-4B2F-B0C0-0180C1FE4658}" type="pres">
      <dgm:prSet presAssocID="{49AC8FEF-0913-4EF9-B565-6E65A703722E}" presName="textB" presStyleLbl="revTx" presStyleIdx="1" presStyleCnt="9" custScaleX="129536">
        <dgm:presLayoutVars>
          <dgm:bulletEnabled val="1"/>
        </dgm:presLayoutVars>
      </dgm:prSet>
      <dgm:spPr/>
    </dgm:pt>
    <dgm:pt modelId="{4801C7F3-C012-4207-8347-23FA3835AB50}" type="pres">
      <dgm:prSet presAssocID="{49AC8FEF-0913-4EF9-B565-6E65A703722E}" presName="circleB" presStyleLbl="node1" presStyleIdx="1" presStyleCnt="9"/>
      <dgm:spPr/>
    </dgm:pt>
    <dgm:pt modelId="{D64AD0AB-090E-4E0C-BF58-DE2EAAEFFE53}" type="pres">
      <dgm:prSet presAssocID="{49AC8FEF-0913-4EF9-B565-6E65A703722E}" presName="spaceB" presStyleCnt="0"/>
      <dgm:spPr/>
    </dgm:pt>
    <dgm:pt modelId="{A83C80E0-C071-4851-9622-BDFFB529D0A7}" type="pres">
      <dgm:prSet presAssocID="{78F7DA23-CE1C-41C8-AB62-F0CEC834D77E}" presName="space" presStyleCnt="0"/>
      <dgm:spPr/>
    </dgm:pt>
    <dgm:pt modelId="{A17D52E7-F3D8-4A10-9FFC-D7B860DF5DBB}" type="pres">
      <dgm:prSet presAssocID="{7BCB7335-339C-4EE0-ADA1-682416A1CA16}" presName="compositeA" presStyleCnt="0"/>
      <dgm:spPr/>
    </dgm:pt>
    <dgm:pt modelId="{4E2D13DC-DDD3-40C5-A19B-5FDC6EE41A7F}" type="pres">
      <dgm:prSet presAssocID="{7BCB7335-339C-4EE0-ADA1-682416A1CA16}" presName="textA" presStyleLbl="revTx" presStyleIdx="2" presStyleCnt="9">
        <dgm:presLayoutVars>
          <dgm:bulletEnabled val="1"/>
        </dgm:presLayoutVars>
      </dgm:prSet>
      <dgm:spPr/>
    </dgm:pt>
    <dgm:pt modelId="{0E39C646-1006-4056-BC70-EEDC6F867CEF}" type="pres">
      <dgm:prSet presAssocID="{7BCB7335-339C-4EE0-ADA1-682416A1CA16}" presName="circleA" presStyleLbl="node1" presStyleIdx="2" presStyleCnt="9"/>
      <dgm:spPr/>
    </dgm:pt>
    <dgm:pt modelId="{1951E839-9534-4456-A313-8F79C78A1915}" type="pres">
      <dgm:prSet presAssocID="{7BCB7335-339C-4EE0-ADA1-682416A1CA16}" presName="spaceA" presStyleCnt="0"/>
      <dgm:spPr/>
    </dgm:pt>
    <dgm:pt modelId="{2514FDD0-A9FC-4961-9BF7-744C3BABA949}" type="pres">
      <dgm:prSet presAssocID="{F188520F-75C4-4A28-90BF-F2238FA17582}" presName="space" presStyleCnt="0"/>
      <dgm:spPr/>
    </dgm:pt>
    <dgm:pt modelId="{64A5E592-D706-4D09-8922-AE98BF04EEFB}" type="pres">
      <dgm:prSet presAssocID="{5AC2CAA0-571D-4193-9C3F-B6E97E3B1870}" presName="compositeB" presStyleCnt="0"/>
      <dgm:spPr/>
    </dgm:pt>
    <dgm:pt modelId="{F4085ACD-5786-41B3-919D-C38FB65CCC95}" type="pres">
      <dgm:prSet presAssocID="{5AC2CAA0-571D-4193-9C3F-B6E97E3B1870}" presName="textB" presStyleLbl="revTx" presStyleIdx="3" presStyleCnt="9" custScaleX="128711">
        <dgm:presLayoutVars>
          <dgm:bulletEnabled val="1"/>
        </dgm:presLayoutVars>
      </dgm:prSet>
      <dgm:spPr/>
    </dgm:pt>
    <dgm:pt modelId="{FA45DAE2-1C44-48E8-8249-82D947D3562C}" type="pres">
      <dgm:prSet presAssocID="{5AC2CAA0-571D-4193-9C3F-B6E97E3B1870}" presName="circleB" presStyleLbl="node1" presStyleIdx="3" presStyleCnt="9"/>
      <dgm:spPr/>
    </dgm:pt>
    <dgm:pt modelId="{F846E5FF-D54C-49BD-82E2-3FDAA34AE74B}" type="pres">
      <dgm:prSet presAssocID="{5AC2CAA0-571D-4193-9C3F-B6E97E3B1870}" presName="spaceB" presStyleCnt="0"/>
      <dgm:spPr/>
    </dgm:pt>
    <dgm:pt modelId="{14A2BC4C-897C-43F8-9542-3EEB6CC092F3}" type="pres">
      <dgm:prSet presAssocID="{6566EA1A-CF01-4137-8010-59CB9DE4C726}" presName="space" presStyleCnt="0"/>
      <dgm:spPr/>
    </dgm:pt>
    <dgm:pt modelId="{A15D4938-57BB-4735-866F-64CDC8A518E8}" type="pres">
      <dgm:prSet presAssocID="{052AA499-344C-471A-817C-875D884DF9A4}" presName="compositeA" presStyleCnt="0"/>
      <dgm:spPr/>
    </dgm:pt>
    <dgm:pt modelId="{FD4F3981-A8F0-4471-9E13-D88140C2A393}" type="pres">
      <dgm:prSet presAssocID="{052AA499-344C-471A-817C-875D884DF9A4}" presName="textA" presStyleLbl="revTx" presStyleIdx="4" presStyleCnt="9" custScaleX="123269">
        <dgm:presLayoutVars>
          <dgm:bulletEnabled val="1"/>
        </dgm:presLayoutVars>
      </dgm:prSet>
      <dgm:spPr/>
    </dgm:pt>
    <dgm:pt modelId="{DD276DF6-6B05-4A71-895F-4A9DDF52B5A3}" type="pres">
      <dgm:prSet presAssocID="{052AA499-344C-471A-817C-875D884DF9A4}" presName="circleA" presStyleLbl="node1" presStyleIdx="4" presStyleCnt="9"/>
      <dgm:spPr/>
    </dgm:pt>
    <dgm:pt modelId="{30A719E3-340B-4D18-9514-8257881C9699}" type="pres">
      <dgm:prSet presAssocID="{052AA499-344C-471A-817C-875D884DF9A4}" presName="spaceA" presStyleCnt="0"/>
      <dgm:spPr/>
    </dgm:pt>
    <dgm:pt modelId="{38AAF2C6-0EA1-4B70-B161-730494CB6C00}" type="pres">
      <dgm:prSet presAssocID="{5245CBAE-0D4B-46CB-B13B-8FAD5A3A81EF}" presName="space" presStyleCnt="0"/>
      <dgm:spPr/>
    </dgm:pt>
    <dgm:pt modelId="{C71CA493-1373-4DEC-AC2B-BD2638CA5A59}" type="pres">
      <dgm:prSet presAssocID="{1C91FAE7-4BC0-44B9-A106-1280D40C543F}" presName="compositeB" presStyleCnt="0"/>
      <dgm:spPr/>
    </dgm:pt>
    <dgm:pt modelId="{F388DE4E-5785-4B13-8652-F3F92024BB30}" type="pres">
      <dgm:prSet presAssocID="{1C91FAE7-4BC0-44B9-A106-1280D40C543F}" presName="textB" presStyleLbl="revTx" presStyleIdx="5" presStyleCnt="9" custScaleX="120380">
        <dgm:presLayoutVars>
          <dgm:bulletEnabled val="1"/>
        </dgm:presLayoutVars>
      </dgm:prSet>
      <dgm:spPr/>
    </dgm:pt>
    <dgm:pt modelId="{A12DEC78-0187-4D62-8526-1E0FDEBCCCF0}" type="pres">
      <dgm:prSet presAssocID="{1C91FAE7-4BC0-44B9-A106-1280D40C543F}" presName="circleB" presStyleLbl="node1" presStyleIdx="5" presStyleCnt="9"/>
      <dgm:spPr/>
    </dgm:pt>
    <dgm:pt modelId="{25489919-B51F-4CDB-B23F-881B565B5CAE}" type="pres">
      <dgm:prSet presAssocID="{1C91FAE7-4BC0-44B9-A106-1280D40C543F}" presName="spaceB" presStyleCnt="0"/>
      <dgm:spPr/>
    </dgm:pt>
    <dgm:pt modelId="{019B7A79-129D-4FDA-9AF6-37BD9E517B97}" type="pres">
      <dgm:prSet presAssocID="{D83112D9-B9FD-4B3E-A231-596CC36E3372}" presName="space" presStyleCnt="0"/>
      <dgm:spPr/>
    </dgm:pt>
    <dgm:pt modelId="{38BD1DF1-424C-4A50-B0D6-933D8F39B055}" type="pres">
      <dgm:prSet presAssocID="{D4FC3D13-A9B5-43FD-8BDC-32AD5A21223A}" presName="compositeA" presStyleCnt="0"/>
      <dgm:spPr/>
    </dgm:pt>
    <dgm:pt modelId="{0B934A1D-B31C-4700-B49D-F760AF250422}" type="pres">
      <dgm:prSet presAssocID="{D4FC3D13-A9B5-43FD-8BDC-32AD5A21223A}" presName="textA" presStyleLbl="revTx" presStyleIdx="6" presStyleCnt="9">
        <dgm:presLayoutVars>
          <dgm:bulletEnabled val="1"/>
        </dgm:presLayoutVars>
      </dgm:prSet>
      <dgm:spPr/>
    </dgm:pt>
    <dgm:pt modelId="{06C9C31A-D806-48B9-B9DF-9D9DDEF5AC8B}" type="pres">
      <dgm:prSet presAssocID="{D4FC3D13-A9B5-43FD-8BDC-32AD5A21223A}" presName="circleA" presStyleLbl="node1" presStyleIdx="6" presStyleCnt="9"/>
      <dgm:spPr/>
    </dgm:pt>
    <dgm:pt modelId="{953612C6-8FED-44C0-99B5-A91A3FAF64D9}" type="pres">
      <dgm:prSet presAssocID="{D4FC3D13-A9B5-43FD-8BDC-32AD5A21223A}" presName="spaceA" presStyleCnt="0"/>
      <dgm:spPr/>
    </dgm:pt>
    <dgm:pt modelId="{CFED3320-B0D9-44E8-9131-161A7D33E48C}" type="pres">
      <dgm:prSet presAssocID="{FE562428-57E4-455A-B593-6F46320CC059}" presName="space" presStyleCnt="0"/>
      <dgm:spPr/>
    </dgm:pt>
    <dgm:pt modelId="{809E04DB-7F73-40AE-90C0-8AAF1B4B7A31}" type="pres">
      <dgm:prSet presAssocID="{2AC67526-5AE6-443A-AB52-D00DAFB78B31}" presName="compositeB" presStyleCnt="0"/>
      <dgm:spPr/>
    </dgm:pt>
    <dgm:pt modelId="{7595965C-FE44-4232-BE95-0F598C9E499A}" type="pres">
      <dgm:prSet presAssocID="{2AC67526-5AE6-443A-AB52-D00DAFB78B31}" presName="textB" presStyleLbl="revTx" presStyleIdx="7" presStyleCnt="9" custScaleX="120307">
        <dgm:presLayoutVars>
          <dgm:bulletEnabled val="1"/>
        </dgm:presLayoutVars>
      </dgm:prSet>
      <dgm:spPr/>
    </dgm:pt>
    <dgm:pt modelId="{D36AA2B9-65F2-4BD4-8B91-7A1232933294}" type="pres">
      <dgm:prSet presAssocID="{2AC67526-5AE6-443A-AB52-D00DAFB78B31}" presName="circleB" presStyleLbl="node1" presStyleIdx="7" presStyleCnt="9"/>
      <dgm:spPr/>
    </dgm:pt>
    <dgm:pt modelId="{423EC37B-71B8-47A3-8CD9-271CF1E1FEDA}" type="pres">
      <dgm:prSet presAssocID="{2AC67526-5AE6-443A-AB52-D00DAFB78B31}" presName="spaceB" presStyleCnt="0"/>
      <dgm:spPr/>
    </dgm:pt>
    <dgm:pt modelId="{18013DBA-F4FD-4ED0-A7B8-720323C95297}" type="pres">
      <dgm:prSet presAssocID="{9E6226FA-3EF7-4E85-A6FB-82A7595F1298}" presName="space" presStyleCnt="0"/>
      <dgm:spPr/>
    </dgm:pt>
    <dgm:pt modelId="{7B16C16A-D480-421D-8D7A-5455E7B29CE4}" type="pres">
      <dgm:prSet presAssocID="{ACB5C9D4-05EF-4BD9-B94F-8B792159FA04}" presName="compositeA" presStyleCnt="0"/>
      <dgm:spPr/>
    </dgm:pt>
    <dgm:pt modelId="{BB693082-E2E0-4FB8-8706-2B49A978B5EA}" type="pres">
      <dgm:prSet presAssocID="{ACB5C9D4-05EF-4BD9-B94F-8B792159FA04}" presName="textA" presStyleLbl="revTx" presStyleIdx="8" presStyleCnt="9" custScaleX="164948">
        <dgm:presLayoutVars>
          <dgm:bulletEnabled val="1"/>
        </dgm:presLayoutVars>
      </dgm:prSet>
      <dgm:spPr/>
    </dgm:pt>
    <dgm:pt modelId="{034F37AF-4F05-48E0-AF40-AFFD1C473DD3}" type="pres">
      <dgm:prSet presAssocID="{ACB5C9D4-05EF-4BD9-B94F-8B792159FA04}" presName="circleA" presStyleLbl="node1" presStyleIdx="8" presStyleCnt="9"/>
      <dgm:spPr/>
    </dgm:pt>
    <dgm:pt modelId="{CFA7C971-F2A8-4CC2-B7B2-CE079BADFB36}" type="pres">
      <dgm:prSet presAssocID="{ACB5C9D4-05EF-4BD9-B94F-8B792159FA04}" presName="spaceA" presStyleCnt="0"/>
      <dgm:spPr/>
    </dgm:pt>
  </dgm:ptLst>
  <dgm:cxnLst>
    <dgm:cxn modelId="{589A9C11-E192-471A-A217-7384935D7A47}" type="presOf" srcId="{ACB5C9D4-05EF-4BD9-B94F-8B792159FA04}" destId="{BB693082-E2E0-4FB8-8706-2B49A978B5EA}" srcOrd="0" destOrd="0" presId="urn:microsoft.com/office/officeart/2005/8/layout/hProcess11"/>
    <dgm:cxn modelId="{2A466B14-3B7C-49C6-9EA7-B23B72F933FC}" type="presOf" srcId="{7D90A4FB-502E-4095-AB07-7886A24A5804}" destId="{FA959280-0739-4C57-8D1B-EDDBCCC6CC38}" srcOrd="0" destOrd="0" presId="urn:microsoft.com/office/officeart/2005/8/layout/hProcess11"/>
    <dgm:cxn modelId="{7B73A72A-8C4C-4C83-AC70-7DFDB6A49439}" srcId="{7D90A4FB-502E-4095-AB07-7886A24A5804}" destId="{265629BF-B9B9-49F6-8266-1F6736A0AF49}" srcOrd="0" destOrd="0" parTransId="{338258A8-CE50-4CF9-A42D-20D07382442A}" sibTransId="{46D3D7B0-FC9A-447F-9B15-99DEB88EFF4B}"/>
    <dgm:cxn modelId="{BBC43B34-250A-4D9C-85DB-EF9B46C75449}" srcId="{7D90A4FB-502E-4095-AB07-7886A24A5804}" destId="{5AC2CAA0-571D-4193-9C3F-B6E97E3B1870}" srcOrd="3" destOrd="0" parTransId="{45B21780-7116-44BF-BDF2-8B88E6E46E28}" sibTransId="{6566EA1A-CF01-4137-8010-59CB9DE4C726}"/>
    <dgm:cxn modelId="{336A9461-2E1A-447B-95D9-0435A96797AE}" type="presOf" srcId="{2AC67526-5AE6-443A-AB52-D00DAFB78B31}" destId="{7595965C-FE44-4232-BE95-0F598C9E499A}" srcOrd="0" destOrd="0" presId="urn:microsoft.com/office/officeart/2005/8/layout/hProcess11"/>
    <dgm:cxn modelId="{19324F6C-14FB-48AD-A80E-1BFD1D72FEF9}" srcId="{7D90A4FB-502E-4095-AB07-7886A24A5804}" destId="{7BCB7335-339C-4EE0-ADA1-682416A1CA16}" srcOrd="2" destOrd="0" parTransId="{F2A64CB6-54E4-4964-925B-D0B8A42BDEE1}" sibTransId="{F188520F-75C4-4A28-90BF-F2238FA17582}"/>
    <dgm:cxn modelId="{704A5D6D-54D9-461E-8D67-EA03C28E3433}" type="presOf" srcId="{D4FC3D13-A9B5-43FD-8BDC-32AD5A21223A}" destId="{0B934A1D-B31C-4700-B49D-F760AF250422}" srcOrd="0" destOrd="0" presId="urn:microsoft.com/office/officeart/2005/8/layout/hProcess11"/>
    <dgm:cxn modelId="{98EEE175-8384-4997-9CD1-2E371B453E05}" type="presOf" srcId="{052AA499-344C-471A-817C-875D884DF9A4}" destId="{FD4F3981-A8F0-4471-9E13-D88140C2A393}" srcOrd="0" destOrd="0" presId="urn:microsoft.com/office/officeart/2005/8/layout/hProcess11"/>
    <dgm:cxn modelId="{F5873F59-F9E9-401A-A853-F4F6D72B6B82}" srcId="{7D90A4FB-502E-4095-AB07-7886A24A5804}" destId="{052AA499-344C-471A-817C-875D884DF9A4}" srcOrd="4" destOrd="0" parTransId="{AF7CB217-AA7C-4743-8269-0C8849ABD05F}" sibTransId="{5245CBAE-0D4B-46CB-B13B-8FAD5A3A81EF}"/>
    <dgm:cxn modelId="{B7C9017E-F3FC-4795-A3DC-1D807C5CF3AF}" srcId="{7D90A4FB-502E-4095-AB07-7886A24A5804}" destId="{1C91FAE7-4BC0-44B9-A106-1280D40C543F}" srcOrd="5" destOrd="0" parTransId="{CCCB7B59-8847-48BB-A5ED-26F2C5AA6541}" sibTransId="{D83112D9-B9FD-4B3E-A231-596CC36E3372}"/>
    <dgm:cxn modelId="{9904B385-DA8F-437F-B0B5-990DADD47947}" type="presOf" srcId="{1C91FAE7-4BC0-44B9-A106-1280D40C543F}" destId="{F388DE4E-5785-4B13-8652-F3F92024BB30}" srcOrd="0" destOrd="0" presId="urn:microsoft.com/office/officeart/2005/8/layout/hProcess11"/>
    <dgm:cxn modelId="{7AAFDD89-5221-4970-8D3E-01145AA93A0E}" type="presOf" srcId="{5AC2CAA0-571D-4193-9C3F-B6E97E3B1870}" destId="{F4085ACD-5786-41B3-919D-C38FB65CCC95}" srcOrd="0" destOrd="0" presId="urn:microsoft.com/office/officeart/2005/8/layout/hProcess11"/>
    <dgm:cxn modelId="{D9F4068C-31EC-46AD-A418-74E5FD5D0C5C}" type="presOf" srcId="{49AC8FEF-0913-4EF9-B565-6E65A703722E}" destId="{FA41CF90-987B-4B2F-B0C0-0180C1FE4658}" srcOrd="0" destOrd="0" presId="urn:microsoft.com/office/officeart/2005/8/layout/hProcess11"/>
    <dgm:cxn modelId="{C6F1ED92-9303-42F4-869E-72A434971F89}" srcId="{7D90A4FB-502E-4095-AB07-7886A24A5804}" destId="{D4FC3D13-A9B5-43FD-8BDC-32AD5A21223A}" srcOrd="6" destOrd="0" parTransId="{BC279119-C14C-4DE1-895B-8775BFDF47EB}" sibTransId="{FE562428-57E4-455A-B593-6F46320CC059}"/>
    <dgm:cxn modelId="{64B70E96-7C92-4D0B-9EC3-EFBFB88238E6}" srcId="{7D90A4FB-502E-4095-AB07-7886A24A5804}" destId="{ACB5C9D4-05EF-4BD9-B94F-8B792159FA04}" srcOrd="8" destOrd="0" parTransId="{2F42C034-DCA9-4066-82BF-C02384793C5D}" sibTransId="{F95D07F2-86DD-47ED-871C-53171A5CB280}"/>
    <dgm:cxn modelId="{A80420DA-07DF-4648-AA6C-2A76B1F9D21C}" type="presOf" srcId="{265629BF-B9B9-49F6-8266-1F6736A0AF49}" destId="{D4C0AF6D-D468-4FBC-A780-219EE1C02AC5}" srcOrd="0" destOrd="0" presId="urn:microsoft.com/office/officeart/2005/8/layout/hProcess11"/>
    <dgm:cxn modelId="{027B2FDA-FAB7-463F-ACCE-300668912516}" srcId="{7D90A4FB-502E-4095-AB07-7886A24A5804}" destId="{2AC67526-5AE6-443A-AB52-D00DAFB78B31}" srcOrd="7" destOrd="0" parTransId="{E4C442B4-5DEF-414D-8D54-3DE545AE797D}" sibTransId="{9E6226FA-3EF7-4E85-A6FB-82A7595F1298}"/>
    <dgm:cxn modelId="{821515F5-6ADD-4867-B88C-F52DB04BAAF8}" type="presOf" srcId="{7BCB7335-339C-4EE0-ADA1-682416A1CA16}" destId="{4E2D13DC-DDD3-40C5-A19B-5FDC6EE41A7F}" srcOrd="0" destOrd="0" presId="urn:microsoft.com/office/officeart/2005/8/layout/hProcess11"/>
    <dgm:cxn modelId="{879E9CF9-48B7-451C-A7B7-BC79812B2A9D}" srcId="{7D90A4FB-502E-4095-AB07-7886A24A5804}" destId="{49AC8FEF-0913-4EF9-B565-6E65A703722E}" srcOrd="1" destOrd="0" parTransId="{0C5E31F3-D94C-4B6E-973D-30FDA59A31E3}" sibTransId="{78F7DA23-CE1C-41C8-AB62-F0CEC834D77E}"/>
    <dgm:cxn modelId="{888A6E35-4011-410E-844A-45483D46B7F0}" type="presParOf" srcId="{FA959280-0739-4C57-8D1B-EDDBCCC6CC38}" destId="{EA42DC6E-3729-47FC-BA72-23BCEAC80376}" srcOrd="0" destOrd="0" presId="urn:microsoft.com/office/officeart/2005/8/layout/hProcess11"/>
    <dgm:cxn modelId="{B6F27AFB-EF09-4A81-B9C4-EE32AD69EA49}" type="presParOf" srcId="{FA959280-0739-4C57-8D1B-EDDBCCC6CC38}" destId="{67C25DB3-59B8-43EE-96F8-A6B635A0463A}" srcOrd="1" destOrd="0" presId="urn:microsoft.com/office/officeart/2005/8/layout/hProcess11"/>
    <dgm:cxn modelId="{18ABC04D-8E8D-4A12-9EDD-DADC76A861F0}" type="presParOf" srcId="{67C25DB3-59B8-43EE-96F8-A6B635A0463A}" destId="{862F8CA3-EE3F-43C5-A651-304DA3960F58}" srcOrd="0" destOrd="0" presId="urn:microsoft.com/office/officeart/2005/8/layout/hProcess11"/>
    <dgm:cxn modelId="{B5CC30C4-347F-4634-8DA3-A3876DB615FE}" type="presParOf" srcId="{862F8CA3-EE3F-43C5-A651-304DA3960F58}" destId="{D4C0AF6D-D468-4FBC-A780-219EE1C02AC5}" srcOrd="0" destOrd="0" presId="urn:microsoft.com/office/officeart/2005/8/layout/hProcess11"/>
    <dgm:cxn modelId="{9BB8A96C-CF9B-47D3-87D5-D5C14E34210A}" type="presParOf" srcId="{862F8CA3-EE3F-43C5-A651-304DA3960F58}" destId="{2D10A39D-54A6-447B-B679-72C5F88D7AB8}" srcOrd="1" destOrd="0" presId="urn:microsoft.com/office/officeart/2005/8/layout/hProcess11"/>
    <dgm:cxn modelId="{F4935656-BE79-419E-9CA1-9B47470CE1CB}" type="presParOf" srcId="{862F8CA3-EE3F-43C5-A651-304DA3960F58}" destId="{407BEF36-2F95-48BD-BCE8-31300AABFA83}" srcOrd="2" destOrd="0" presId="urn:microsoft.com/office/officeart/2005/8/layout/hProcess11"/>
    <dgm:cxn modelId="{45A2B826-6D0E-4D6D-BA26-28B5829ED318}" type="presParOf" srcId="{67C25DB3-59B8-43EE-96F8-A6B635A0463A}" destId="{7C6281F6-EF1A-44C2-ADCE-18FBF012688D}" srcOrd="1" destOrd="0" presId="urn:microsoft.com/office/officeart/2005/8/layout/hProcess11"/>
    <dgm:cxn modelId="{8F4EC322-3777-46A5-ADB8-374DA3BA97B1}" type="presParOf" srcId="{67C25DB3-59B8-43EE-96F8-A6B635A0463A}" destId="{8DE6934D-4005-4614-9C04-7A46BB4A7A88}" srcOrd="2" destOrd="0" presId="urn:microsoft.com/office/officeart/2005/8/layout/hProcess11"/>
    <dgm:cxn modelId="{68B09D87-DF78-4E21-B754-34E31103B9B0}" type="presParOf" srcId="{8DE6934D-4005-4614-9C04-7A46BB4A7A88}" destId="{FA41CF90-987B-4B2F-B0C0-0180C1FE4658}" srcOrd="0" destOrd="0" presId="urn:microsoft.com/office/officeart/2005/8/layout/hProcess11"/>
    <dgm:cxn modelId="{2C8F11CD-C2DA-4E05-ABCE-D14A0347CAF9}" type="presParOf" srcId="{8DE6934D-4005-4614-9C04-7A46BB4A7A88}" destId="{4801C7F3-C012-4207-8347-23FA3835AB50}" srcOrd="1" destOrd="0" presId="urn:microsoft.com/office/officeart/2005/8/layout/hProcess11"/>
    <dgm:cxn modelId="{45979AA2-ADF3-465B-8C6F-554D238E07C6}" type="presParOf" srcId="{8DE6934D-4005-4614-9C04-7A46BB4A7A88}" destId="{D64AD0AB-090E-4E0C-BF58-DE2EAAEFFE53}" srcOrd="2" destOrd="0" presId="urn:microsoft.com/office/officeart/2005/8/layout/hProcess11"/>
    <dgm:cxn modelId="{90E29755-8E5F-4BAB-9826-4F19527031FB}" type="presParOf" srcId="{67C25DB3-59B8-43EE-96F8-A6B635A0463A}" destId="{A83C80E0-C071-4851-9622-BDFFB529D0A7}" srcOrd="3" destOrd="0" presId="urn:microsoft.com/office/officeart/2005/8/layout/hProcess11"/>
    <dgm:cxn modelId="{D228973A-E2D9-4E22-A901-6D4482CD81A0}" type="presParOf" srcId="{67C25DB3-59B8-43EE-96F8-A6B635A0463A}" destId="{A17D52E7-F3D8-4A10-9FFC-D7B860DF5DBB}" srcOrd="4" destOrd="0" presId="urn:microsoft.com/office/officeart/2005/8/layout/hProcess11"/>
    <dgm:cxn modelId="{042AA675-3F42-49D9-8899-B2E699C61719}" type="presParOf" srcId="{A17D52E7-F3D8-4A10-9FFC-D7B860DF5DBB}" destId="{4E2D13DC-DDD3-40C5-A19B-5FDC6EE41A7F}" srcOrd="0" destOrd="0" presId="urn:microsoft.com/office/officeart/2005/8/layout/hProcess11"/>
    <dgm:cxn modelId="{2A373174-0779-49B7-9EC3-5B60E481803D}" type="presParOf" srcId="{A17D52E7-F3D8-4A10-9FFC-D7B860DF5DBB}" destId="{0E39C646-1006-4056-BC70-EEDC6F867CEF}" srcOrd="1" destOrd="0" presId="urn:microsoft.com/office/officeart/2005/8/layout/hProcess11"/>
    <dgm:cxn modelId="{4C23EA70-9BEA-46D4-9347-7E959A83BC4D}" type="presParOf" srcId="{A17D52E7-F3D8-4A10-9FFC-D7B860DF5DBB}" destId="{1951E839-9534-4456-A313-8F79C78A1915}" srcOrd="2" destOrd="0" presId="urn:microsoft.com/office/officeart/2005/8/layout/hProcess11"/>
    <dgm:cxn modelId="{91CCBE37-C599-486E-B6A3-735AB43BFC0D}" type="presParOf" srcId="{67C25DB3-59B8-43EE-96F8-A6B635A0463A}" destId="{2514FDD0-A9FC-4961-9BF7-744C3BABA949}" srcOrd="5" destOrd="0" presId="urn:microsoft.com/office/officeart/2005/8/layout/hProcess11"/>
    <dgm:cxn modelId="{60885A74-61FB-4072-9931-B26DE7CE410B}" type="presParOf" srcId="{67C25DB3-59B8-43EE-96F8-A6B635A0463A}" destId="{64A5E592-D706-4D09-8922-AE98BF04EEFB}" srcOrd="6" destOrd="0" presId="urn:microsoft.com/office/officeart/2005/8/layout/hProcess11"/>
    <dgm:cxn modelId="{BDDD02F4-9F1B-41DD-ACF6-829E26D5D882}" type="presParOf" srcId="{64A5E592-D706-4D09-8922-AE98BF04EEFB}" destId="{F4085ACD-5786-41B3-919D-C38FB65CCC95}" srcOrd="0" destOrd="0" presId="urn:microsoft.com/office/officeart/2005/8/layout/hProcess11"/>
    <dgm:cxn modelId="{08337F81-2F57-41FA-ABDF-AA56F26ED939}" type="presParOf" srcId="{64A5E592-D706-4D09-8922-AE98BF04EEFB}" destId="{FA45DAE2-1C44-48E8-8249-82D947D3562C}" srcOrd="1" destOrd="0" presId="urn:microsoft.com/office/officeart/2005/8/layout/hProcess11"/>
    <dgm:cxn modelId="{4342F44D-FAFA-4E93-9581-0DAFBBFF3893}" type="presParOf" srcId="{64A5E592-D706-4D09-8922-AE98BF04EEFB}" destId="{F846E5FF-D54C-49BD-82E2-3FDAA34AE74B}" srcOrd="2" destOrd="0" presId="urn:microsoft.com/office/officeart/2005/8/layout/hProcess11"/>
    <dgm:cxn modelId="{C2AEE24A-BAD9-48B0-85D4-F714CAB70840}" type="presParOf" srcId="{67C25DB3-59B8-43EE-96F8-A6B635A0463A}" destId="{14A2BC4C-897C-43F8-9542-3EEB6CC092F3}" srcOrd="7" destOrd="0" presId="urn:microsoft.com/office/officeart/2005/8/layout/hProcess11"/>
    <dgm:cxn modelId="{01FD767B-9955-4D40-967B-7458D6187042}" type="presParOf" srcId="{67C25DB3-59B8-43EE-96F8-A6B635A0463A}" destId="{A15D4938-57BB-4735-866F-64CDC8A518E8}" srcOrd="8" destOrd="0" presId="urn:microsoft.com/office/officeart/2005/8/layout/hProcess11"/>
    <dgm:cxn modelId="{E7533C76-4CFE-4DDB-B64F-8C7C3413356B}" type="presParOf" srcId="{A15D4938-57BB-4735-866F-64CDC8A518E8}" destId="{FD4F3981-A8F0-4471-9E13-D88140C2A393}" srcOrd="0" destOrd="0" presId="urn:microsoft.com/office/officeart/2005/8/layout/hProcess11"/>
    <dgm:cxn modelId="{32A015ED-9F6B-4A91-BF74-E85A1110F848}" type="presParOf" srcId="{A15D4938-57BB-4735-866F-64CDC8A518E8}" destId="{DD276DF6-6B05-4A71-895F-4A9DDF52B5A3}" srcOrd="1" destOrd="0" presId="urn:microsoft.com/office/officeart/2005/8/layout/hProcess11"/>
    <dgm:cxn modelId="{3DDB8183-853C-494C-ACEB-CB077CDF5860}" type="presParOf" srcId="{A15D4938-57BB-4735-866F-64CDC8A518E8}" destId="{30A719E3-340B-4D18-9514-8257881C9699}" srcOrd="2" destOrd="0" presId="urn:microsoft.com/office/officeart/2005/8/layout/hProcess11"/>
    <dgm:cxn modelId="{9258EB0E-0DE4-4C84-9BEA-9DE22EE80B8A}" type="presParOf" srcId="{67C25DB3-59B8-43EE-96F8-A6B635A0463A}" destId="{38AAF2C6-0EA1-4B70-B161-730494CB6C00}" srcOrd="9" destOrd="0" presId="urn:microsoft.com/office/officeart/2005/8/layout/hProcess11"/>
    <dgm:cxn modelId="{3E77D11A-8D30-47E7-8618-98ECC312F2EA}" type="presParOf" srcId="{67C25DB3-59B8-43EE-96F8-A6B635A0463A}" destId="{C71CA493-1373-4DEC-AC2B-BD2638CA5A59}" srcOrd="10" destOrd="0" presId="urn:microsoft.com/office/officeart/2005/8/layout/hProcess11"/>
    <dgm:cxn modelId="{BB73F63E-3686-41F9-85FF-E99EBE65D46C}" type="presParOf" srcId="{C71CA493-1373-4DEC-AC2B-BD2638CA5A59}" destId="{F388DE4E-5785-4B13-8652-F3F92024BB30}" srcOrd="0" destOrd="0" presId="urn:microsoft.com/office/officeart/2005/8/layout/hProcess11"/>
    <dgm:cxn modelId="{B0E9B085-606E-407B-A1ED-FD6982924893}" type="presParOf" srcId="{C71CA493-1373-4DEC-AC2B-BD2638CA5A59}" destId="{A12DEC78-0187-4D62-8526-1E0FDEBCCCF0}" srcOrd="1" destOrd="0" presId="urn:microsoft.com/office/officeart/2005/8/layout/hProcess11"/>
    <dgm:cxn modelId="{7E6C6A07-325F-4A18-AAA7-62375DF357D8}" type="presParOf" srcId="{C71CA493-1373-4DEC-AC2B-BD2638CA5A59}" destId="{25489919-B51F-4CDB-B23F-881B565B5CAE}" srcOrd="2" destOrd="0" presId="urn:microsoft.com/office/officeart/2005/8/layout/hProcess11"/>
    <dgm:cxn modelId="{86373185-88DB-4373-AD6F-CAA0C39CE246}" type="presParOf" srcId="{67C25DB3-59B8-43EE-96F8-A6B635A0463A}" destId="{019B7A79-129D-4FDA-9AF6-37BD9E517B97}" srcOrd="11" destOrd="0" presId="urn:microsoft.com/office/officeart/2005/8/layout/hProcess11"/>
    <dgm:cxn modelId="{CEB29947-2F60-4825-A6A4-6DCAC4E357AC}" type="presParOf" srcId="{67C25DB3-59B8-43EE-96F8-A6B635A0463A}" destId="{38BD1DF1-424C-4A50-B0D6-933D8F39B055}" srcOrd="12" destOrd="0" presId="urn:microsoft.com/office/officeart/2005/8/layout/hProcess11"/>
    <dgm:cxn modelId="{3B8E8F13-6F44-4794-9B65-5E0362928245}" type="presParOf" srcId="{38BD1DF1-424C-4A50-B0D6-933D8F39B055}" destId="{0B934A1D-B31C-4700-B49D-F760AF250422}" srcOrd="0" destOrd="0" presId="urn:microsoft.com/office/officeart/2005/8/layout/hProcess11"/>
    <dgm:cxn modelId="{1B63CCAD-A682-440A-821D-EE7F11B3A0D0}" type="presParOf" srcId="{38BD1DF1-424C-4A50-B0D6-933D8F39B055}" destId="{06C9C31A-D806-48B9-B9DF-9D9DDEF5AC8B}" srcOrd="1" destOrd="0" presId="urn:microsoft.com/office/officeart/2005/8/layout/hProcess11"/>
    <dgm:cxn modelId="{79C6EB30-ADF6-4CA5-9EE0-3339EA6B5A7A}" type="presParOf" srcId="{38BD1DF1-424C-4A50-B0D6-933D8F39B055}" destId="{953612C6-8FED-44C0-99B5-A91A3FAF64D9}" srcOrd="2" destOrd="0" presId="urn:microsoft.com/office/officeart/2005/8/layout/hProcess11"/>
    <dgm:cxn modelId="{6961B482-E08C-43EA-AED5-401C1A9FDB59}" type="presParOf" srcId="{67C25DB3-59B8-43EE-96F8-A6B635A0463A}" destId="{CFED3320-B0D9-44E8-9131-161A7D33E48C}" srcOrd="13" destOrd="0" presId="urn:microsoft.com/office/officeart/2005/8/layout/hProcess11"/>
    <dgm:cxn modelId="{CB7EBC87-6BF2-496F-8F0E-F16719EDFE96}" type="presParOf" srcId="{67C25DB3-59B8-43EE-96F8-A6B635A0463A}" destId="{809E04DB-7F73-40AE-90C0-8AAF1B4B7A31}" srcOrd="14" destOrd="0" presId="urn:microsoft.com/office/officeart/2005/8/layout/hProcess11"/>
    <dgm:cxn modelId="{716C86E5-52BC-4717-93EC-6A9CE235E5D0}" type="presParOf" srcId="{809E04DB-7F73-40AE-90C0-8AAF1B4B7A31}" destId="{7595965C-FE44-4232-BE95-0F598C9E499A}" srcOrd="0" destOrd="0" presId="urn:microsoft.com/office/officeart/2005/8/layout/hProcess11"/>
    <dgm:cxn modelId="{B3221AA6-0615-4A20-A1B3-A4620F116C70}" type="presParOf" srcId="{809E04DB-7F73-40AE-90C0-8AAF1B4B7A31}" destId="{D36AA2B9-65F2-4BD4-8B91-7A1232933294}" srcOrd="1" destOrd="0" presId="urn:microsoft.com/office/officeart/2005/8/layout/hProcess11"/>
    <dgm:cxn modelId="{C2018856-7141-4AF7-9C5B-534643F42860}" type="presParOf" srcId="{809E04DB-7F73-40AE-90C0-8AAF1B4B7A31}" destId="{423EC37B-71B8-47A3-8CD9-271CF1E1FEDA}" srcOrd="2" destOrd="0" presId="urn:microsoft.com/office/officeart/2005/8/layout/hProcess11"/>
    <dgm:cxn modelId="{CE533783-D26E-41A1-B411-E7844B38DE6C}" type="presParOf" srcId="{67C25DB3-59B8-43EE-96F8-A6B635A0463A}" destId="{18013DBA-F4FD-4ED0-A7B8-720323C95297}" srcOrd="15" destOrd="0" presId="urn:microsoft.com/office/officeart/2005/8/layout/hProcess11"/>
    <dgm:cxn modelId="{BDAA747E-7B77-4A71-90B4-156CC94E5091}" type="presParOf" srcId="{67C25DB3-59B8-43EE-96F8-A6B635A0463A}" destId="{7B16C16A-D480-421D-8D7A-5455E7B29CE4}" srcOrd="16" destOrd="0" presId="urn:microsoft.com/office/officeart/2005/8/layout/hProcess11"/>
    <dgm:cxn modelId="{B4A5B353-21E2-4B31-A89C-8EF12085D277}" type="presParOf" srcId="{7B16C16A-D480-421D-8D7A-5455E7B29CE4}" destId="{BB693082-E2E0-4FB8-8706-2B49A978B5EA}" srcOrd="0" destOrd="0" presId="urn:microsoft.com/office/officeart/2005/8/layout/hProcess11"/>
    <dgm:cxn modelId="{697D25B8-7A79-491F-A999-9B1896D51FAC}" type="presParOf" srcId="{7B16C16A-D480-421D-8D7A-5455E7B29CE4}" destId="{034F37AF-4F05-48E0-AF40-AFFD1C473DD3}" srcOrd="1" destOrd="0" presId="urn:microsoft.com/office/officeart/2005/8/layout/hProcess11"/>
    <dgm:cxn modelId="{07B8491F-AC48-495B-AE01-98732D604216}" type="presParOf" srcId="{7B16C16A-D480-421D-8D7A-5455E7B29CE4}" destId="{CFA7C971-F2A8-4CC2-B7B2-CE079BADFB36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D90A4FB-502E-4095-AB07-7886A24A5804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D"/>
        </a:p>
      </dgm:t>
    </dgm:pt>
    <dgm:pt modelId="{265629BF-B9B9-49F6-8266-1F6736A0AF49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Sosialisasi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38258A8-CE50-4CF9-A42D-20D07382442A}" type="parTrans" cxnId="{7B73A72A-8C4C-4C83-AC70-7DFDB6A4943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6D3D7B0-FC9A-447F-9B15-99DEB88EFF4B}" type="sibTrans" cxnId="{7B73A72A-8C4C-4C83-AC70-7DFDB6A4943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9AC8FEF-0913-4EF9-B565-6E65A703722E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Pendaftaran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C5E31F3-D94C-4B6E-973D-30FDA59A31E3}" type="parTrans" cxnId="{879E9CF9-48B7-451C-A7B7-BC79812B2A9D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8F7DA23-CE1C-41C8-AB62-F0CEC834D77E}" type="sibTrans" cxnId="{879E9CF9-48B7-451C-A7B7-BC79812B2A9D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BCB7335-339C-4EE0-ADA1-682416A1CA16}">
      <dgm:prSet custT="1"/>
      <dgm:spPr/>
      <dgm:t>
        <a:bodyPr/>
        <a:lstStyle/>
        <a:p>
          <a:r>
            <a:rPr lang="en-ID" sz="1100" b="1">
              <a:latin typeface="Arial" panose="020B0604020202020204" pitchFamily="34" charset="0"/>
              <a:cs typeface="Arial" panose="020B0604020202020204" pitchFamily="34" charset="0"/>
            </a:rPr>
            <a:t>Technical Meeting</a:t>
          </a:r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2A64CB6-54E4-4964-925B-D0B8A42BDEE1}" type="parTrans" cxnId="{19324F6C-14FB-48AD-A80E-1BFD1D72FEF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188520F-75C4-4A28-90BF-F2238FA17582}" type="sibTrans" cxnId="{19324F6C-14FB-48AD-A80E-1BFD1D72FEF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AC2CAA0-571D-4193-9C3F-B6E97E3B1870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1.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Pengumpulan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Program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Inovasi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5B21780-7116-44BF-BDF2-8B88E6E46E28}" type="parTrans" cxnId="{BBC43B34-250A-4D9C-85DB-EF9B46C7544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566EA1A-CF01-4137-8010-59CB9DE4C726}" type="sibTrans" cxnId="{BBC43B34-250A-4D9C-85DB-EF9B46C7544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52AA499-344C-471A-817C-875D884DF9A4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1. </a:t>
          </a:r>
        </a:p>
        <a:p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Aksi Program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Inovasi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F7CB217-AA7C-4743-8269-0C8849ABD05F}" type="parTrans" cxnId="{F5873F59-F9E9-401A-A853-F4F6D72B6B82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245CBAE-0D4B-46CB-B13B-8FAD5A3A81EF}" type="sibTrans" cxnId="{F5873F59-F9E9-401A-A853-F4F6D72B6B82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C91FAE7-4BC0-44B9-A106-1280D40C543F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1.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Pelaporan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Aksi Program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Inovasi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CCB7B59-8847-48BB-A5ED-26F2C5AA6541}" type="parTrans" cxnId="{B7C9017E-F3FC-4795-A3DC-1D807C5CF3AF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83112D9-B9FD-4B3E-A231-596CC36E3372}" type="sibTrans" cxnId="{B7C9017E-F3FC-4795-A3DC-1D807C5CF3AF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4FC3D13-A9B5-43FD-8BDC-32AD5A21223A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2.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Visitasi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/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Verifikasi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Lapangan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C279119-C14C-4DE1-895B-8775BFDF47EB}" type="parTrans" cxnId="{C6F1ED92-9303-42F4-869E-72A434971F8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E562428-57E4-455A-B593-6F46320CC059}" type="sibTrans" cxnId="{C6F1ED92-9303-42F4-869E-72A434971F8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AC67526-5AE6-443A-AB52-D00DAFB78B31}">
      <dgm:prSet custT="1"/>
      <dgm:spPr/>
      <dgm:t>
        <a:bodyPr/>
        <a:lstStyle/>
        <a:p>
          <a:r>
            <a:rPr lang="it-IT" sz="1100" b="1" dirty="0">
              <a:latin typeface="Arial" panose="020B0604020202020204" pitchFamily="34" charset="0"/>
              <a:cs typeface="Arial" panose="020B0604020202020204" pitchFamily="34" charset="0"/>
            </a:rPr>
            <a:t>Tahap 3. Presentasi dan Wawancara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4C442B4-5DEF-414D-8D54-3DE545AE797D}" type="parTrans" cxnId="{027B2FDA-FAB7-463F-ACCE-300668912516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E6226FA-3EF7-4E85-A6FB-82A7595F1298}" type="sibTrans" cxnId="{027B2FDA-FAB7-463F-ACCE-300668912516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CB5C9D4-05EF-4BD9-B94F-8B792159FA04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Penganugerahan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Tahun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2025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F42C034-DCA9-4066-82BF-C02384793C5D}" type="parTrans" cxnId="{64B70E96-7C92-4D0B-9EC3-EFBFB88238E6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95D07F2-86DD-47ED-871C-53171A5CB280}" type="sibTrans" cxnId="{64B70E96-7C92-4D0B-9EC3-EFBFB88238E6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A959280-0739-4C57-8D1B-EDDBCCC6CC38}" type="pres">
      <dgm:prSet presAssocID="{7D90A4FB-502E-4095-AB07-7886A24A5804}" presName="Name0" presStyleCnt="0">
        <dgm:presLayoutVars>
          <dgm:dir/>
          <dgm:resizeHandles val="exact"/>
        </dgm:presLayoutVars>
      </dgm:prSet>
      <dgm:spPr/>
    </dgm:pt>
    <dgm:pt modelId="{EA42DC6E-3729-47FC-BA72-23BCEAC80376}" type="pres">
      <dgm:prSet presAssocID="{7D90A4FB-502E-4095-AB07-7886A24A5804}" presName="arrow" presStyleLbl="bgShp" presStyleIdx="0" presStyleCnt="1"/>
      <dgm:spPr/>
    </dgm:pt>
    <dgm:pt modelId="{67C25DB3-59B8-43EE-96F8-A6B635A0463A}" type="pres">
      <dgm:prSet presAssocID="{7D90A4FB-502E-4095-AB07-7886A24A5804}" presName="points" presStyleCnt="0"/>
      <dgm:spPr/>
    </dgm:pt>
    <dgm:pt modelId="{862F8CA3-EE3F-43C5-A651-304DA3960F58}" type="pres">
      <dgm:prSet presAssocID="{265629BF-B9B9-49F6-8266-1F6736A0AF49}" presName="compositeA" presStyleCnt="0"/>
      <dgm:spPr/>
    </dgm:pt>
    <dgm:pt modelId="{D4C0AF6D-D468-4FBC-A780-219EE1C02AC5}" type="pres">
      <dgm:prSet presAssocID="{265629BF-B9B9-49F6-8266-1F6736A0AF49}" presName="textA" presStyleLbl="revTx" presStyleIdx="0" presStyleCnt="9">
        <dgm:presLayoutVars>
          <dgm:bulletEnabled val="1"/>
        </dgm:presLayoutVars>
      </dgm:prSet>
      <dgm:spPr/>
    </dgm:pt>
    <dgm:pt modelId="{2D10A39D-54A6-447B-B679-72C5F88D7AB8}" type="pres">
      <dgm:prSet presAssocID="{265629BF-B9B9-49F6-8266-1F6736A0AF49}" presName="circleA" presStyleLbl="node1" presStyleIdx="0" presStyleCnt="9"/>
      <dgm:spPr/>
    </dgm:pt>
    <dgm:pt modelId="{407BEF36-2F95-48BD-BCE8-31300AABFA83}" type="pres">
      <dgm:prSet presAssocID="{265629BF-B9B9-49F6-8266-1F6736A0AF49}" presName="spaceA" presStyleCnt="0"/>
      <dgm:spPr/>
    </dgm:pt>
    <dgm:pt modelId="{7C6281F6-EF1A-44C2-ADCE-18FBF012688D}" type="pres">
      <dgm:prSet presAssocID="{46D3D7B0-FC9A-447F-9B15-99DEB88EFF4B}" presName="space" presStyleCnt="0"/>
      <dgm:spPr/>
    </dgm:pt>
    <dgm:pt modelId="{8DE6934D-4005-4614-9C04-7A46BB4A7A88}" type="pres">
      <dgm:prSet presAssocID="{49AC8FEF-0913-4EF9-B565-6E65A703722E}" presName="compositeB" presStyleCnt="0"/>
      <dgm:spPr/>
    </dgm:pt>
    <dgm:pt modelId="{FA41CF90-987B-4B2F-B0C0-0180C1FE4658}" type="pres">
      <dgm:prSet presAssocID="{49AC8FEF-0913-4EF9-B565-6E65A703722E}" presName="textB" presStyleLbl="revTx" presStyleIdx="1" presStyleCnt="9" custScaleX="129536">
        <dgm:presLayoutVars>
          <dgm:bulletEnabled val="1"/>
        </dgm:presLayoutVars>
      </dgm:prSet>
      <dgm:spPr/>
    </dgm:pt>
    <dgm:pt modelId="{4801C7F3-C012-4207-8347-23FA3835AB50}" type="pres">
      <dgm:prSet presAssocID="{49AC8FEF-0913-4EF9-B565-6E65A703722E}" presName="circleB" presStyleLbl="node1" presStyleIdx="1" presStyleCnt="9"/>
      <dgm:spPr/>
    </dgm:pt>
    <dgm:pt modelId="{D64AD0AB-090E-4E0C-BF58-DE2EAAEFFE53}" type="pres">
      <dgm:prSet presAssocID="{49AC8FEF-0913-4EF9-B565-6E65A703722E}" presName="spaceB" presStyleCnt="0"/>
      <dgm:spPr/>
    </dgm:pt>
    <dgm:pt modelId="{A83C80E0-C071-4851-9622-BDFFB529D0A7}" type="pres">
      <dgm:prSet presAssocID="{78F7DA23-CE1C-41C8-AB62-F0CEC834D77E}" presName="space" presStyleCnt="0"/>
      <dgm:spPr/>
    </dgm:pt>
    <dgm:pt modelId="{A17D52E7-F3D8-4A10-9FFC-D7B860DF5DBB}" type="pres">
      <dgm:prSet presAssocID="{7BCB7335-339C-4EE0-ADA1-682416A1CA16}" presName="compositeA" presStyleCnt="0"/>
      <dgm:spPr/>
    </dgm:pt>
    <dgm:pt modelId="{4E2D13DC-DDD3-40C5-A19B-5FDC6EE41A7F}" type="pres">
      <dgm:prSet presAssocID="{7BCB7335-339C-4EE0-ADA1-682416A1CA16}" presName="textA" presStyleLbl="revTx" presStyleIdx="2" presStyleCnt="9">
        <dgm:presLayoutVars>
          <dgm:bulletEnabled val="1"/>
        </dgm:presLayoutVars>
      </dgm:prSet>
      <dgm:spPr/>
    </dgm:pt>
    <dgm:pt modelId="{0E39C646-1006-4056-BC70-EEDC6F867CEF}" type="pres">
      <dgm:prSet presAssocID="{7BCB7335-339C-4EE0-ADA1-682416A1CA16}" presName="circleA" presStyleLbl="node1" presStyleIdx="2" presStyleCnt="9"/>
      <dgm:spPr/>
    </dgm:pt>
    <dgm:pt modelId="{1951E839-9534-4456-A313-8F79C78A1915}" type="pres">
      <dgm:prSet presAssocID="{7BCB7335-339C-4EE0-ADA1-682416A1CA16}" presName="spaceA" presStyleCnt="0"/>
      <dgm:spPr/>
    </dgm:pt>
    <dgm:pt modelId="{2514FDD0-A9FC-4961-9BF7-744C3BABA949}" type="pres">
      <dgm:prSet presAssocID="{F188520F-75C4-4A28-90BF-F2238FA17582}" presName="space" presStyleCnt="0"/>
      <dgm:spPr/>
    </dgm:pt>
    <dgm:pt modelId="{64A5E592-D706-4D09-8922-AE98BF04EEFB}" type="pres">
      <dgm:prSet presAssocID="{5AC2CAA0-571D-4193-9C3F-B6E97E3B1870}" presName="compositeB" presStyleCnt="0"/>
      <dgm:spPr/>
    </dgm:pt>
    <dgm:pt modelId="{F4085ACD-5786-41B3-919D-C38FB65CCC95}" type="pres">
      <dgm:prSet presAssocID="{5AC2CAA0-571D-4193-9C3F-B6E97E3B1870}" presName="textB" presStyleLbl="revTx" presStyleIdx="3" presStyleCnt="9" custScaleX="128711">
        <dgm:presLayoutVars>
          <dgm:bulletEnabled val="1"/>
        </dgm:presLayoutVars>
      </dgm:prSet>
      <dgm:spPr/>
    </dgm:pt>
    <dgm:pt modelId="{FA45DAE2-1C44-48E8-8249-82D947D3562C}" type="pres">
      <dgm:prSet presAssocID="{5AC2CAA0-571D-4193-9C3F-B6E97E3B1870}" presName="circleB" presStyleLbl="node1" presStyleIdx="3" presStyleCnt="9"/>
      <dgm:spPr/>
    </dgm:pt>
    <dgm:pt modelId="{F846E5FF-D54C-49BD-82E2-3FDAA34AE74B}" type="pres">
      <dgm:prSet presAssocID="{5AC2CAA0-571D-4193-9C3F-B6E97E3B1870}" presName="spaceB" presStyleCnt="0"/>
      <dgm:spPr/>
    </dgm:pt>
    <dgm:pt modelId="{14A2BC4C-897C-43F8-9542-3EEB6CC092F3}" type="pres">
      <dgm:prSet presAssocID="{6566EA1A-CF01-4137-8010-59CB9DE4C726}" presName="space" presStyleCnt="0"/>
      <dgm:spPr/>
    </dgm:pt>
    <dgm:pt modelId="{A15D4938-57BB-4735-866F-64CDC8A518E8}" type="pres">
      <dgm:prSet presAssocID="{052AA499-344C-471A-817C-875D884DF9A4}" presName="compositeA" presStyleCnt="0"/>
      <dgm:spPr/>
    </dgm:pt>
    <dgm:pt modelId="{FD4F3981-A8F0-4471-9E13-D88140C2A393}" type="pres">
      <dgm:prSet presAssocID="{052AA499-344C-471A-817C-875D884DF9A4}" presName="textA" presStyleLbl="revTx" presStyleIdx="4" presStyleCnt="9" custScaleX="123269">
        <dgm:presLayoutVars>
          <dgm:bulletEnabled val="1"/>
        </dgm:presLayoutVars>
      </dgm:prSet>
      <dgm:spPr/>
    </dgm:pt>
    <dgm:pt modelId="{DD276DF6-6B05-4A71-895F-4A9DDF52B5A3}" type="pres">
      <dgm:prSet presAssocID="{052AA499-344C-471A-817C-875D884DF9A4}" presName="circleA" presStyleLbl="node1" presStyleIdx="4" presStyleCnt="9"/>
      <dgm:spPr/>
    </dgm:pt>
    <dgm:pt modelId="{30A719E3-340B-4D18-9514-8257881C9699}" type="pres">
      <dgm:prSet presAssocID="{052AA499-344C-471A-817C-875D884DF9A4}" presName="spaceA" presStyleCnt="0"/>
      <dgm:spPr/>
    </dgm:pt>
    <dgm:pt modelId="{38AAF2C6-0EA1-4B70-B161-730494CB6C00}" type="pres">
      <dgm:prSet presAssocID="{5245CBAE-0D4B-46CB-B13B-8FAD5A3A81EF}" presName="space" presStyleCnt="0"/>
      <dgm:spPr/>
    </dgm:pt>
    <dgm:pt modelId="{C71CA493-1373-4DEC-AC2B-BD2638CA5A59}" type="pres">
      <dgm:prSet presAssocID="{1C91FAE7-4BC0-44B9-A106-1280D40C543F}" presName="compositeB" presStyleCnt="0"/>
      <dgm:spPr/>
    </dgm:pt>
    <dgm:pt modelId="{F388DE4E-5785-4B13-8652-F3F92024BB30}" type="pres">
      <dgm:prSet presAssocID="{1C91FAE7-4BC0-44B9-A106-1280D40C543F}" presName="textB" presStyleLbl="revTx" presStyleIdx="5" presStyleCnt="9" custScaleX="120380">
        <dgm:presLayoutVars>
          <dgm:bulletEnabled val="1"/>
        </dgm:presLayoutVars>
      </dgm:prSet>
      <dgm:spPr/>
    </dgm:pt>
    <dgm:pt modelId="{A12DEC78-0187-4D62-8526-1E0FDEBCCCF0}" type="pres">
      <dgm:prSet presAssocID="{1C91FAE7-4BC0-44B9-A106-1280D40C543F}" presName="circleB" presStyleLbl="node1" presStyleIdx="5" presStyleCnt="9"/>
      <dgm:spPr/>
    </dgm:pt>
    <dgm:pt modelId="{25489919-B51F-4CDB-B23F-881B565B5CAE}" type="pres">
      <dgm:prSet presAssocID="{1C91FAE7-4BC0-44B9-A106-1280D40C543F}" presName="spaceB" presStyleCnt="0"/>
      <dgm:spPr/>
    </dgm:pt>
    <dgm:pt modelId="{019B7A79-129D-4FDA-9AF6-37BD9E517B97}" type="pres">
      <dgm:prSet presAssocID="{D83112D9-B9FD-4B3E-A231-596CC36E3372}" presName="space" presStyleCnt="0"/>
      <dgm:spPr/>
    </dgm:pt>
    <dgm:pt modelId="{38BD1DF1-424C-4A50-B0D6-933D8F39B055}" type="pres">
      <dgm:prSet presAssocID="{D4FC3D13-A9B5-43FD-8BDC-32AD5A21223A}" presName="compositeA" presStyleCnt="0"/>
      <dgm:spPr/>
    </dgm:pt>
    <dgm:pt modelId="{0B934A1D-B31C-4700-B49D-F760AF250422}" type="pres">
      <dgm:prSet presAssocID="{D4FC3D13-A9B5-43FD-8BDC-32AD5A21223A}" presName="textA" presStyleLbl="revTx" presStyleIdx="6" presStyleCnt="9">
        <dgm:presLayoutVars>
          <dgm:bulletEnabled val="1"/>
        </dgm:presLayoutVars>
      </dgm:prSet>
      <dgm:spPr/>
    </dgm:pt>
    <dgm:pt modelId="{06C9C31A-D806-48B9-B9DF-9D9DDEF5AC8B}" type="pres">
      <dgm:prSet presAssocID="{D4FC3D13-A9B5-43FD-8BDC-32AD5A21223A}" presName="circleA" presStyleLbl="node1" presStyleIdx="6" presStyleCnt="9"/>
      <dgm:spPr/>
    </dgm:pt>
    <dgm:pt modelId="{953612C6-8FED-44C0-99B5-A91A3FAF64D9}" type="pres">
      <dgm:prSet presAssocID="{D4FC3D13-A9B5-43FD-8BDC-32AD5A21223A}" presName="spaceA" presStyleCnt="0"/>
      <dgm:spPr/>
    </dgm:pt>
    <dgm:pt modelId="{CFED3320-B0D9-44E8-9131-161A7D33E48C}" type="pres">
      <dgm:prSet presAssocID="{FE562428-57E4-455A-B593-6F46320CC059}" presName="space" presStyleCnt="0"/>
      <dgm:spPr/>
    </dgm:pt>
    <dgm:pt modelId="{809E04DB-7F73-40AE-90C0-8AAF1B4B7A31}" type="pres">
      <dgm:prSet presAssocID="{2AC67526-5AE6-443A-AB52-D00DAFB78B31}" presName="compositeB" presStyleCnt="0"/>
      <dgm:spPr/>
    </dgm:pt>
    <dgm:pt modelId="{7595965C-FE44-4232-BE95-0F598C9E499A}" type="pres">
      <dgm:prSet presAssocID="{2AC67526-5AE6-443A-AB52-D00DAFB78B31}" presName="textB" presStyleLbl="revTx" presStyleIdx="7" presStyleCnt="9" custScaleX="120307">
        <dgm:presLayoutVars>
          <dgm:bulletEnabled val="1"/>
        </dgm:presLayoutVars>
      </dgm:prSet>
      <dgm:spPr/>
    </dgm:pt>
    <dgm:pt modelId="{D36AA2B9-65F2-4BD4-8B91-7A1232933294}" type="pres">
      <dgm:prSet presAssocID="{2AC67526-5AE6-443A-AB52-D00DAFB78B31}" presName="circleB" presStyleLbl="node1" presStyleIdx="7" presStyleCnt="9"/>
      <dgm:spPr/>
    </dgm:pt>
    <dgm:pt modelId="{423EC37B-71B8-47A3-8CD9-271CF1E1FEDA}" type="pres">
      <dgm:prSet presAssocID="{2AC67526-5AE6-443A-AB52-D00DAFB78B31}" presName="spaceB" presStyleCnt="0"/>
      <dgm:spPr/>
    </dgm:pt>
    <dgm:pt modelId="{18013DBA-F4FD-4ED0-A7B8-720323C95297}" type="pres">
      <dgm:prSet presAssocID="{9E6226FA-3EF7-4E85-A6FB-82A7595F1298}" presName="space" presStyleCnt="0"/>
      <dgm:spPr/>
    </dgm:pt>
    <dgm:pt modelId="{7B16C16A-D480-421D-8D7A-5455E7B29CE4}" type="pres">
      <dgm:prSet presAssocID="{ACB5C9D4-05EF-4BD9-B94F-8B792159FA04}" presName="compositeA" presStyleCnt="0"/>
      <dgm:spPr/>
    </dgm:pt>
    <dgm:pt modelId="{BB693082-E2E0-4FB8-8706-2B49A978B5EA}" type="pres">
      <dgm:prSet presAssocID="{ACB5C9D4-05EF-4BD9-B94F-8B792159FA04}" presName="textA" presStyleLbl="revTx" presStyleIdx="8" presStyleCnt="9" custScaleX="164948">
        <dgm:presLayoutVars>
          <dgm:bulletEnabled val="1"/>
        </dgm:presLayoutVars>
      </dgm:prSet>
      <dgm:spPr/>
    </dgm:pt>
    <dgm:pt modelId="{034F37AF-4F05-48E0-AF40-AFFD1C473DD3}" type="pres">
      <dgm:prSet presAssocID="{ACB5C9D4-05EF-4BD9-B94F-8B792159FA04}" presName="circleA" presStyleLbl="node1" presStyleIdx="8" presStyleCnt="9"/>
      <dgm:spPr/>
    </dgm:pt>
    <dgm:pt modelId="{CFA7C971-F2A8-4CC2-B7B2-CE079BADFB36}" type="pres">
      <dgm:prSet presAssocID="{ACB5C9D4-05EF-4BD9-B94F-8B792159FA04}" presName="spaceA" presStyleCnt="0"/>
      <dgm:spPr/>
    </dgm:pt>
  </dgm:ptLst>
  <dgm:cxnLst>
    <dgm:cxn modelId="{589A9C11-E192-471A-A217-7384935D7A47}" type="presOf" srcId="{ACB5C9D4-05EF-4BD9-B94F-8B792159FA04}" destId="{BB693082-E2E0-4FB8-8706-2B49A978B5EA}" srcOrd="0" destOrd="0" presId="urn:microsoft.com/office/officeart/2005/8/layout/hProcess11"/>
    <dgm:cxn modelId="{2A466B14-3B7C-49C6-9EA7-B23B72F933FC}" type="presOf" srcId="{7D90A4FB-502E-4095-AB07-7886A24A5804}" destId="{FA959280-0739-4C57-8D1B-EDDBCCC6CC38}" srcOrd="0" destOrd="0" presId="urn:microsoft.com/office/officeart/2005/8/layout/hProcess11"/>
    <dgm:cxn modelId="{7B73A72A-8C4C-4C83-AC70-7DFDB6A49439}" srcId="{7D90A4FB-502E-4095-AB07-7886A24A5804}" destId="{265629BF-B9B9-49F6-8266-1F6736A0AF49}" srcOrd="0" destOrd="0" parTransId="{338258A8-CE50-4CF9-A42D-20D07382442A}" sibTransId="{46D3D7B0-FC9A-447F-9B15-99DEB88EFF4B}"/>
    <dgm:cxn modelId="{BBC43B34-250A-4D9C-85DB-EF9B46C75449}" srcId="{7D90A4FB-502E-4095-AB07-7886A24A5804}" destId="{5AC2CAA0-571D-4193-9C3F-B6E97E3B1870}" srcOrd="3" destOrd="0" parTransId="{45B21780-7116-44BF-BDF2-8B88E6E46E28}" sibTransId="{6566EA1A-CF01-4137-8010-59CB9DE4C726}"/>
    <dgm:cxn modelId="{336A9461-2E1A-447B-95D9-0435A96797AE}" type="presOf" srcId="{2AC67526-5AE6-443A-AB52-D00DAFB78B31}" destId="{7595965C-FE44-4232-BE95-0F598C9E499A}" srcOrd="0" destOrd="0" presId="urn:microsoft.com/office/officeart/2005/8/layout/hProcess11"/>
    <dgm:cxn modelId="{19324F6C-14FB-48AD-A80E-1BFD1D72FEF9}" srcId="{7D90A4FB-502E-4095-AB07-7886A24A5804}" destId="{7BCB7335-339C-4EE0-ADA1-682416A1CA16}" srcOrd="2" destOrd="0" parTransId="{F2A64CB6-54E4-4964-925B-D0B8A42BDEE1}" sibTransId="{F188520F-75C4-4A28-90BF-F2238FA17582}"/>
    <dgm:cxn modelId="{704A5D6D-54D9-461E-8D67-EA03C28E3433}" type="presOf" srcId="{D4FC3D13-A9B5-43FD-8BDC-32AD5A21223A}" destId="{0B934A1D-B31C-4700-B49D-F760AF250422}" srcOrd="0" destOrd="0" presId="urn:microsoft.com/office/officeart/2005/8/layout/hProcess11"/>
    <dgm:cxn modelId="{98EEE175-8384-4997-9CD1-2E371B453E05}" type="presOf" srcId="{052AA499-344C-471A-817C-875D884DF9A4}" destId="{FD4F3981-A8F0-4471-9E13-D88140C2A393}" srcOrd="0" destOrd="0" presId="urn:microsoft.com/office/officeart/2005/8/layout/hProcess11"/>
    <dgm:cxn modelId="{F5873F59-F9E9-401A-A853-F4F6D72B6B82}" srcId="{7D90A4FB-502E-4095-AB07-7886A24A5804}" destId="{052AA499-344C-471A-817C-875D884DF9A4}" srcOrd="4" destOrd="0" parTransId="{AF7CB217-AA7C-4743-8269-0C8849ABD05F}" sibTransId="{5245CBAE-0D4B-46CB-B13B-8FAD5A3A81EF}"/>
    <dgm:cxn modelId="{B7C9017E-F3FC-4795-A3DC-1D807C5CF3AF}" srcId="{7D90A4FB-502E-4095-AB07-7886A24A5804}" destId="{1C91FAE7-4BC0-44B9-A106-1280D40C543F}" srcOrd="5" destOrd="0" parTransId="{CCCB7B59-8847-48BB-A5ED-26F2C5AA6541}" sibTransId="{D83112D9-B9FD-4B3E-A231-596CC36E3372}"/>
    <dgm:cxn modelId="{9904B385-DA8F-437F-B0B5-990DADD47947}" type="presOf" srcId="{1C91FAE7-4BC0-44B9-A106-1280D40C543F}" destId="{F388DE4E-5785-4B13-8652-F3F92024BB30}" srcOrd="0" destOrd="0" presId="urn:microsoft.com/office/officeart/2005/8/layout/hProcess11"/>
    <dgm:cxn modelId="{7AAFDD89-5221-4970-8D3E-01145AA93A0E}" type="presOf" srcId="{5AC2CAA0-571D-4193-9C3F-B6E97E3B1870}" destId="{F4085ACD-5786-41B3-919D-C38FB65CCC95}" srcOrd="0" destOrd="0" presId="urn:microsoft.com/office/officeart/2005/8/layout/hProcess11"/>
    <dgm:cxn modelId="{D9F4068C-31EC-46AD-A418-74E5FD5D0C5C}" type="presOf" srcId="{49AC8FEF-0913-4EF9-B565-6E65A703722E}" destId="{FA41CF90-987B-4B2F-B0C0-0180C1FE4658}" srcOrd="0" destOrd="0" presId="urn:microsoft.com/office/officeart/2005/8/layout/hProcess11"/>
    <dgm:cxn modelId="{C6F1ED92-9303-42F4-869E-72A434971F89}" srcId="{7D90A4FB-502E-4095-AB07-7886A24A5804}" destId="{D4FC3D13-A9B5-43FD-8BDC-32AD5A21223A}" srcOrd="6" destOrd="0" parTransId="{BC279119-C14C-4DE1-895B-8775BFDF47EB}" sibTransId="{FE562428-57E4-455A-B593-6F46320CC059}"/>
    <dgm:cxn modelId="{64B70E96-7C92-4D0B-9EC3-EFBFB88238E6}" srcId="{7D90A4FB-502E-4095-AB07-7886A24A5804}" destId="{ACB5C9D4-05EF-4BD9-B94F-8B792159FA04}" srcOrd="8" destOrd="0" parTransId="{2F42C034-DCA9-4066-82BF-C02384793C5D}" sibTransId="{F95D07F2-86DD-47ED-871C-53171A5CB280}"/>
    <dgm:cxn modelId="{A80420DA-07DF-4648-AA6C-2A76B1F9D21C}" type="presOf" srcId="{265629BF-B9B9-49F6-8266-1F6736A0AF49}" destId="{D4C0AF6D-D468-4FBC-A780-219EE1C02AC5}" srcOrd="0" destOrd="0" presId="urn:microsoft.com/office/officeart/2005/8/layout/hProcess11"/>
    <dgm:cxn modelId="{027B2FDA-FAB7-463F-ACCE-300668912516}" srcId="{7D90A4FB-502E-4095-AB07-7886A24A5804}" destId="{2AC67526-5AE6-443A-AB52-D00DAFB78B31}" srcOrd="7" destOrd="0" parTransId="{E4C442B4-5DEF-414D-8D54-3DE545AE797D}" sibTransId="{9E6226FA-3EF7-4E85-A6FB-82A7595F1298}"/>
    <dgm:cxn modelId="{821515F5-6ADD-4867-B88C-F52DB04BAAF8}" type="presOf" srcId="{7BCB7335-339C-4EE0-ADA1-682416A1CA16}" destId="{4E2D13DC-DDD3-40C5-A19B-5FDC6EE41A7F}" srcOrd="0" destOrd="0" presId="urn:microsoft.com/office/officeart/2005/8/layout/hProcess11"/>
    <dgm:cxn modelId="{879E9CF9-48B7-451C-A7B7-BC79812B2A9D}" srcId="{7D90A4FB-502E-4095-AB07-7886A24A5804}" destId="{49AC8FEF-0913-4EF9-B565-6E65A703722E}" srcOrd="1" destOrd="0" parTransId="{0C5E31F3-D94C-4B6E-973D-30FDA59A31E3}" sibTransId="{78F7DA23-CE1C-41C8-AB62-F0CEC834D77E}"/>
    <dgm:cxn modelId="{888A6E35-4011-410E-844A-45483D46B7F0}" type="presParOf" srcId="{FA959280-0739-4C57-8D1B-EDDBCCC6CC38}" destId="{EA42DC6E-3729-47FC-BA72-23BCEAC80376}" srcOrd="0" destOrd="0" presId="urn:microsoft.com/office/officeart/2005/8/layout/hProcess11"/>
    <dgm:cxn modelId="{B6F27AFB-EF09-4A81-B9C4-EE32AD69EA49}" type="presParOf" srcId="{FA959280-0739-4C57-8D1B-EDDBCCC6CC38}" destId="{67C25DB3-59B8-43EE-96F8-A6B635A0463A}" srcOrd="1" destOrd="0" presId="urn:microsoft.com/office/officeart/2005/8/layout/hProcess11"/>
    <dgm:cxn modelId="{18ABC04D-8E8D-4A12-9EDD-DADC76A861F0}" type="presParOf" srcId="{67C25DB3-59B8-43EE-96F8-A6B635A0463A}" destId="{862F8CA3-EE3F-43C5-A651-304DA3960F58}" srcOrd="0" destOrd="0" presId="urn:microsoft.com/office/officeart/2005/8/layout/hProcess11"/>
    <dgm:cxn modelId="{B5CC30C4-347F-4634-8DA3-A3876DB615FE}" type="presParOf" srcId="{862F8CA3-EE3F-43C5-A651-304DA3960F58}" destId="{D4C0AF6D-D468-4FBC-A780-219EE1C02AC5}" srcOrd="0" destOrd="0" presId="urn:microsoft.com/office/officeart/2005/8/layout/hProcess11"/>
    <dgm:cxn modelId="{9BB8A96C-CF9B-47D3-87D5-D5C14E34210A}" type="presParOf" srcId="{862F8CA3-EE3F-43C5-A651-304DA3960F58}" destId="{2D10A39D-54A6-447B-B679-72C5F88D7AB8}" srcOrd="1" destOrd="0" presId="urn:microsoft.com/office/officeart/2005/8/layout/hProcess11"/>
    <dgm:cxn modelId="{F4935656-BE79-419E-9CA1-9B47470CE1CB}" type="presParOf" srcId="{862F8CA3-EE3F-43C5-A651-304DA3960F58}" destId="{407BEF36-2F95-48BD-BCE8-31300AABFA83}" srcOrd="2" destOrd="0" presId="urn:microsoft.com/office/officeart/2005/8/layout/hProcess11"/>
    <dgm:cxn modelId="{45A2B826-6D0E-4D6D-BA26-28B5829ED318}" type="presParOf" srcId="{67C25DB3-59B8-43EE-96F8-A6B635A0463A}" destId="{7C6281F6-EF1A-44C2-ADCE-18FBF012688D}" srcOrd="1" destOrd="0" presId="urn:microsoft.com/office/officeart/2005/8/layout/hProcess11"/>
    <dgm:cxn modelId="{8F4EC322-3777-46A5-ADB8-374DA3BA97B1}" type="presParOf" srcId="{67C25DB3-59B8-43EE-96F8-A6B635A0463A}" destId="{8DE6934D-4005-4614-9C04-7A46BB4A7A88}" srcOrd="2" destOrd="0" presId="urn:microsoft.com/office/officeart/2005/8/layout/hProcess11"/>
    <dgm:cxn modelId="{68B09D87-DF78-4E21-B754-34E31103B9B0}" type="presParOf" srcId="{8DE6934D-4005-4614-9C04-7A46BB4A7A88}" destId="{FA41CF90-987B-4B2F-B0C0-0180C1FE4658}" srcOrd="0" destOrd="0" presId="urn:microsoft.com/office/officeart/2005/8/layout/hProcess11"/>
    <dgm:cxn modelId="{2C8F11CD-C2DA-4E05-ABCE-D14A0347CAF9}" type="presParOf" srcId="{8DE6934D-4005-4614-9C04-7A46BB4A7A88}" destId="{4801C7F3-C012-4207-8347-23FA3835AB50}" srcOrd="1" destOrd="0" presId="urn:microsoft.com/office/officeart/2005/8/layout/hProcess11"/>
    <dgm:cxn modelId="{45979AA2-ADF3-465B-8C6F-554D238E07C6}" type="presParOf" srcId="{8DE6934D-4005-4614-9C04-7A46BB4A7A88}" destId="{D64AD0AB-090E-4E0C-BF58-DE2EAAEFFE53}" srcOrd="2" destOrd="0" presId="urn:microsoft.com/office/officeart/2005/8/layout/hProcess11"/>
    <dgm:cxn modelId="{90E29755-8E5F-4BAB-9826-4F19527031FB}" type="presParOf" srcId="{67C25DB3-59B8-43EE-96F8-A6B635A0463A}" destId="{A83C80E0-C071-4851-9622-BDFFB529D0A7}" srcOrd="3" destOrd="0" presId="urn:microsoft.com/office/officeart/2005/8/layout/hProcess11"/>
    <dgm:cxn modelId="{D228973A-E2D9-4E22-A901-6D4482CD81A0}" type="presParOf" srcId="{67C25DB3-59B8-43EE-96F8-A6B635A0463A}" destId="{A17D52E7-F3D8-4A10-9FFC-D7B860DF5DBB}" srcOrd="4" destOrd="0" presId="urn:microsoft.com/office/officeart/2005/8/layout/hProcess11"/>
    <dgm:cxn modelId="{042AA675-3F42-49D9-8899-B2E699C61719}" type="presParOf" srcId="{A17D52E7-F3D8-4A10-9FFC-D7B860DF5DBB}" destId="{4E2D13DC-DDD3-40C5-A19B-5FDC6EE41A7F}" srcOrd="0" destOrd="0" presId="urn:microsoft.com/office/officeart/2005/8/layout/hProcess11"/>
    <dgm:cxn modelId="{2A373174-0779-49B7-9EC3-5B60E481803D}" type="presParOf" srcId="{A17D52E7-F3D8-4A10-9FFC-D7B860DF5DBB}" destId="{0E39C646-1006-4056-BC70-EEDC6F867CEF}" srcOrd="1" destOrd="0" presId="urn:microsoft.com/office/officeart/2005/8/layout/hProcess11"/>
    <dgm:cxn modelId="{4C23EA70-9BEA-46D4-9347-7E959A83BC4D}" type="presParOf" srcId="{A17D52E7-F3D8-4A10-9FFC-D7B860DF5DBB}" destId="{1951E839-9534-4456-A313-8F79C78A1915}" srcOrd="2" destOrd="0" presId="urn:microsoft.com/office/officeart/2005/8/layout/hProcess11"/>
    <dgm:cxn modelId="{91CCBE37-C599-486E-B6A3-735AB43BFC0D}" type="presParOf" srcId="{67C25DB3-59B8-43EE-96F8-A6B635A0463A}" destId="{2514FDD0-A9FC-4961-9BF7-744C3BABA949}" srcOrd="5" destOrd="0" presId="urn:microsoft.com/office/officeart/2005/8/layout/hProcess11"/>
    <dgm:cxn modelId="{60885A74-61FB-4072-9931-B26DE7CE410B}" type="presParOf" srcId="{67C25DB3-59B8-43EE-96F8-A6B635A0463A}" destId="{64A5E592-D706-4D09-8922-AE98BF04EEFB}" srcOrd="6" destOrd="0" presId="urn:microsoft.com/office/officeart/2005/8/layout/hProcess11"/>
    <dgm:cxn modelId="{BDDD02F4-9F1B-41DD-ACF6-829E26D5D882}" type="presParOf" srcId="{64A5E592-D706-4D09-8922-AE98BF04EEFB}" destId="{F4085ACD-5786-41B3-919D-C38FB65CCC95}" srcOrd="0" destOrd="0" presId="urn:microsoft.com/office/officeart/2005/8/layout/hProcess11"/>
    <dgm:cxn modelId="{08337F81-2F57-41FA-ABDF-AA56F26ED939}" type="presParOf" srcId="{64A5E592-D706-4D09-8922-AE98BF04EEFB}" destId="{FA45DAE2-1C44-48E8-8249-82D947D3562C}" srcOrd="1" destOrd="0" presId="urn:microsoft.com/office/officeart/2005/8/layout/hProcess11"/>
    <dgm:cxn modelId="{4342F44D-FAFA-4E93-9581-0DAFBBFF3893}" type="presParOf" srcId="{64A5E592-D706-4D09-8922-AE98BF04EEFB}" destId="{F846E5FF-D54C-49BD-82E2-3FDAA34AE74B}" srcOrd="2" destOrd="0" presId="urn:microsoft.com/office/officeart/2005/8/layout/hProcess11"/>
    <dgm:cxn modelId="{C2AEE24A-BAD9-48B0-85D4-F714CAB70840}" type="presParOf" srcId="{67C25DB3-59B8-43EE-96F8-A6B635A0463A}" destId="{14A2BC4C-897C-43F8-9542-3EEB6CC092F3}" srcOrd="7" destOrd="0" presId="urn:microsoft.com/office/officeart/2005/8/layout/hProcess11"/>
    <dgm:cxn modelId="{01FD767B-9955-4D40-967B-7458D6187042}" type="presParOf" srcId="{67C25DB3-59B8-43EE-96F8-A6B635A0463A}" destId="{A15D4938-57BB-4735-866F-64CDC8A518E8}" srcOrd="8" destOrd="0" presId="urn:microsoft.com/office/officeart/2005/8/layout/hProcess11"/>
    <dgm:cxn modelId="{E7533C76-4CFE-4DDB-B64F-8C7C3413356B}" type="presParOf" srcId="{A15D4938-57BB-4735-866F-64CDC8A518E8}" destId="{FD4F3981-A8F0-4471-9E13-D88140C2A393}" srcOrd="0" destOrd="0" presId="urn:microsoft.com/office/officeart/2005/8/layout/hProcess11"/>
    <dgm:cxn modelId="{32A015ED-9F6B-4A91-BF74-E85A1110F848}" type="presParOf" srcId="{A15D4938-57BB-4735-866F-64CDC8A518E8}" destId="{DD276DF6-6B05-4A71-895F-4A9DDF52B5A3}" srcOrd="1" destOrd="0" presId="urn:microsoft.com/office/officeart/2005/8/layout/hProcess11"/>
    <dgm:cxn modelId="{3DDB8183-853C-494C-ACEB-CB077CDF5860}" type="presParOf" srcId="{A15D4938-57BB-4735-866F-64CDC8A518E8}" destId="{30A719E3-340B-4D18-9514-8257881C9699}" srcOrd="2" destOrd="0" presId="urn:microsoft.com/office/officeart/2005/8/layout/hProcess11"/>
    <dgm:cxn modelId="{9258EB0E-0DE4-4C84-9BEA-9DE22EE80B8A}" type="presParOf" srcId="{67C25DB3-59B8-43EE-96F8-A6B635A0463A}" destId="{38AAF2C6-0EA1-4B70-B161-730494CB6C00}" srcOrd="9" destOrd="0" presId="urn:microsoft.com/office/officeart/2005/8/layout/hProcess11"/>
    <dgm:cxn modelId="{3E77D11A-8D30-47E7-8618-98ECC312F2EA}" type="presParOf" srcId="{67C25DB3-59B8-43EE-96F8-A6B635A0463A}" destId="{C71CA493-1373-4DEC-AC2B-BD2638CA5A59}" srcOrd="10" destOrd="0" presId="urn:microsoft.com/office/officeart/2005/8/layout/hProcess11"/>
    <dgm:cxn modelId="{BB73F63E-3686-41F9-85FF-E99EBE65D46C}" type="presParOf" srcId="{C71CA493-1373-4DEC-AC2B-BD2638CA5A59}" destId="{F388DE4E-5785-4B13-8652-F3F92024BB30}" srcOrd="0" destOrd="0" presId="urn:microsoft.com/office/officeart/2005/8/layout/hProcess11"/>
    <dgm:cxn modelId="{B0E9B085-606E-407B-A1ED-FD6982924893}" type="presParOf" srcId="{C71CA493-1373-4DEC-AC2B-BD2638CA5A59}" destId="{A12DEC78-0187-4D62-8526-1E0FDEBCCCF0}" srcOrd="1" destOrd="0" presId="urn:microsoft.com/office/officeart/2005/8/layout/hProcess11"/>
    <dgm:cxn modelId="{7E6C6A07-325F-4A18-AAA7-62375DF357D8}" type="presParOf" srcId="{C71CA493-1373-4DEC-AC2B-BD2638CA5A59}" destId="{25489919-B51F-4CDB-B23F-881B565B5CAE}" srcOrd="2" destOrd="0" presId="urn:microsoft.com/office/officeart/2005/8/layout/hProcess11"/>
    <dgm:cxn modelId="{86373185-88DB-4373-AD6F-CAA0C39CE246}" type="presParOf" srcId="{67C25DB3-59B8-43EE-96F8-A6B635A0463A}" destId="{019B7A79-129D-4FDA-9AF6-37BD9E517B97}" srcOrd="11" destOrd="0" presId="urn:microsoft.com/office/officeart/2005/8/layout/hProcess11"/>
    <dgm:cxn modelId="{CEB29947-2F60-4825-A6A4-6DCAC4E357AC}" type="presParOf" srcId="{67C25DB3-59B8-43EE-96F8-A6B635A0463A}" destId="{38BD1DF1-424C-4A50-B0D6-933D8F39B055}" srcOrd="12" destOrd="0" presId="urn:microsoft.com/office/officeart/2005/8/layout/hProcess11"/>
    <dgm:cxn modelId="{3B8E8F13-6F44-4794-9B65-5E0362928245}" type="presParOf" srcId="{38BD1DF1-424C-4A50-B0D6-933D8F39B055}" destId="{0B934A1D-B31C-4700-B49D-F760AF250422}" srcOrd="0" destOrd="0" presId="urn:microsoft.com/office/officeart/2005/8/layout/hProcess11"/>
    <dgm:cxn modelId="{1B63CCAD-A682-440A-821D-EE7F11B3A0D0}" type="presParOf" srcId="{38BD1DF1-424C-4A50-B0D6-933D8F39B055}" destId="{06C9C31A-D806-48B9-B9DF-9D9DDEF5AC8B}" srcOrd="1" destOrd="0" presId="urn:microsoft.com/office/officeart/2005/8/layout/hProcess11"/>
    <dgm:cxn modelId="{79C6EB30-ADF6-4CA5-9EE0-3339EA6B5A7A}" type="presParOf" srcId="{38BD1DF1-424C-4A50-B0D6-933D8F39B055}" destId="{953612C6-8FED-44C0-99B5-A91A3FAF64D9}" srcOrd="2" destOrd="0" presId="urn:microsoft.com/office/officeart/2005/8/layout/hProcess11"/>
    <dgm:cxn modelId="{6961B482-E08C-43EA-AED5-401C1A9FDB59}" type="presParOf" srcId="{67C25DB3-59B8-43EE-96F8-A6B635A0463A}" destId="{CFED3320-B0D9-44E8-9131-161A7D33E48C}" srcOrd="13" destOrd="0" presId="urn:microsoft.com/office/officeart/2005/8/layout/hProcess11"/>
    <dgm:cxn modelId="{CB7EBC87-6BF2-496F-8F0E-F16719EDFE96}" type="presParOf" srcId="{67C25DB3-59B8-43EE-96F8-A6B635A0463A}" destId="{809E04DB-7F73-40AE-90C0-8AAF1B4B7A31}" srcOrd="14" destOrd="0" presId="urn:microsoft.com/office/officeart/2005/8/layout/hProcess11"/>
    <dgm:cxn modelId="{716C86E5-52BC-4717-93EC-6A9CE235E5D0}" type="presParOf" srcId="{809E04DB-7F73-40AE-90C0-8AAF1B4B7A31}" destId="{7595965C-FE44-4232-BE95-0F598C9E499A}" srcOrd="0" destOrd="0" presId="urn:microsoft.com/office/officeart/2005/8/layout/hProcess11"/>
    <dgm:cxn modelId="{B3221AA6-0615-4A20-A1B3-A4620F116C70}" type="presParOf" srcId="{809E04DB-7F73-40AE-90C0-8AAF1B4B7A31}" destId="{D36AA2B9-65F2-4BD4-8B91-7A1232933294}" srcOrd="1" destOrd="0" presId="urn:microsoft.com/office/officeart/2005/8/layout/hProcess11"/>
    <dgm:cxn modelId="{C2018856-7141-4AF7-9C5B-534643F42860}" type="presParOf" srcId="{809E04DB-7F73-40AE-90C0-8AAF1B4B7A31}" destId="{423EC37B-71B8-47A3-8CD9-271CF1E1FEDA}" srcOrd="2" destOrd="0" presId="urn:microsoft.com/office/officeart/2005/8/layout/hProcess11"/>
    <dgm:cxn modelId="{CE533783-D26E-41A1-B411-E7844B38DE6C}" type="presParOf" srcId="{67C25DB3-59B8-43EE-96F8-A6B635A0463A}" destId="{18013DBA-F4FD-4ED0-A7B8-720323C95297}" srcOrd="15" destOrd="0" presId="urn:microsoft.com/office/officeart/2005/8/layout/hProcess11"/>
    <dgm:cxn modelId="{BDAA747E-7B77-4A71-90B4-156CC94E5091}" type="presParOf" srcId="{67C25DB3-59B8-43EE-96F8-A6B635A0463A}" destId="{7B16C16A-D480-421D-8D7A-5455E7B29CE4}" srcOrd="16" destOrd="0" presId="urn:microsoft.com/office/officeart/2005/8/layout/hProcess11"/>
    <dgm:cxn modelId="{B4A5B353-21E2-4B31-A89C-8EF12085D277}" type="presParOf" srcId="{7B16C16A-D480-421D-8D7A-5455E7B29CE4}" destId="{BB693082-E2E0-4FB8-8706-2B49A978B5EA}" srcOrd="0" destOrd="0" presId="urn:microsoft.com/office/officeart/2005/8/layout/hProcess11"/>
    <dgm:cxn modelId="{697D25B8-7A79-491F-A999-9B1896D51FAC}" type="presParOf" srcId="{7B16C16A-D480-421D-8D7A-5455E7B29CE4}" destId="{034F37AF-4F05-48E0-AF40-AFFD1C473DD3}" srcOrd="1" destOrd="0" presId="urn:microsoft.com/office/officeart/2005/8/layout/hProcess11"/>
    <dgm:cxn modelId="{07B8491F-AC48-495B-AE01-98732D604216}" type="presParOf" srcId="{7B16C16A-D480-421D-8D7A-5455E7B29CE4}" destId="{CFA7C971-F2A8-4CC2-B7B2-CE079BADFB36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D90A4FB-502E-4095-AB07-7886A24A5804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D"/>
        </a:p>
      </dgm:t>
    </dgm:pt>
    <dgm:pt modelId="{265629BF-B9B9-49F6-8266-1F6736A0AF49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Sosialisasi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38258A8-CE50-4CF9-A42D-20D07382442A}" type="parTrans" cxnId="{7B73A72A-8C4C-4C83-AC70-7DFDB6A4943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6D3D7B0-FC9A-447F-9B15-99DEB88EFF4B}" type="sibTrans" cxnId="{7B73A72A-8C4C-4C83-AC70-7DFDB6A4943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9AC8FEF-0913-4EF9-B565-6E65A703722E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Pendaftaran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C5E31F3-D94C-4B6E-973D-30FDA59A31E3}" type="parTrans" cxnId="{879E9CF9-48B7-451C-A7B7-BC79812B2A9D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8F7DA23-CE1C-41C8-AB62-F0CEC834D77E}" type="sibTrans" cxnId="{879E9CF9-48B7-451C-A7B7-BC79812B2A9D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BCB7335-339C-4EE0-ADA1-682416A1CA16}">
      <dgm:prSet custT="1"/>
      <dgm:spPr/>
      <dgm:t>
        <a:bodyPr/>
        <a:lstStyle/>
        <a:p>
          <a:r>
            <a:rPr lang="en-ID" sz="1100" b="1">
              <a:latin typeface="Arial" panose="020B0604020202020204" pitchFamily="34" charset="0"/>
              <a:cs typeface="Arial" panose="020B0604020202020204" pitchFamily="34" charset="0"/>
            </a:rPr>
            <a:t>Technical Meeting</a:t>
          </a:r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2A64CB6-54E4-4964-925B-D0B8A42BDEE1}" type="parTrans" cxnId="{19324F6C-14FB-48AD-A80E-1BFD1D72FEF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188520F-75C4-4A28-90BF-F2238FA17582}" type="sibTrans" cxnId="{19324F6C-14FB-48AD-A80E-1BFD1D72FEF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AC2CAA0-571D-4193-9C3F-B6E97E3B1870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1.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Pengumpulan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Program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Inovasi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5B21780-7116-44BF-BDF2-8B88E6E46E28}" type="parTrans" cxnId="{BBC43B34-250A-4D9C-85DB-EF9B46C7544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566EA1A-CF01-4137-8010-59CB9DE4C726}" type="sibTrans" cxnId="{BBC43B34-250A-4D9C-85DB-EF9B46C7544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52AA499-344C-471A-817C-875D884DF9A4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1. </a:t>
          </a:r>
        </a:p>
        <a:p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Aksi Program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Inovasi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F7CB217-AA7C-4743-8269-0C8849ABD05F}" type="parTrans" cxnId="{F5873F59-F9E9-401A-A853-F4F6D72B6B82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245CBAE-0D4B-46CB-B13B-8FAD5A3A81EF}" type="sibTrans" cxnId="{F5873F59-F9E9-401A-A853-F4F6D72B6B82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C91FAE7-4BC0-44B9-A106-1280D40C543F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1.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Pelaporan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Aksi Program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Inovasi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CCB7B59-8847-48BB-A5ED-26F2C5AA6541}" type="parTrans" cxnId="{B7C9017E-F3FC-4795-A3DC-1D807C5CF3AF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83112D9-B9FD-4B3E-A231-596CC36E3372}" type="sibTrans" cxnId="{B7C9017E-F3FC-4795-A3DC-1D807C5CF3AF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4FC3D13-A9B5-43FD-8BDC-32AD5A21223A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2.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Visitasi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/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Verifikasi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Lapangan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C279119-C14C-4DE1-895B-8775BFDF47EB}" type="parTrans" cxnId="{C6F1ED92-9303-42F4-869E-72A434971F8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E562428-57E4-455A-B593-6F46320CC059}" type="sibTrans" cxnId="{C6F1ED92-9303-42F4-869E-72A434971F8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AC67526-5AE6-443A-AB52-D00DAFB78B31}">
      <dgm:prSet custT="1"/>
      <dgm:spPr/>
      <dgm:t>
        <a:bodyPr/>
        <a:lstStyle/>
        <a:p>
          <a:r>
            <a:rPr lang="it-IT" sz="1100" b="1" dirty="0">
              <a:latin typeface="Arial" panose="020B0604020202020204" pitchFamily="34" charset="0"/>
              <a:cs typeface="Arial" panose="020B0604020202020204" pitchFamily="34" charset="0"/>
            </a:rPr>
            <a:t>Tahap 3. Presentasi dan Wawancara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4C442B4-5DEF-414D-8D54-3DE545AE797D}" type="parTrans" cxnId="{027B2FDA-FAB7-463F-ACCE-300668912516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E6226FA-3EF7-4E85-A6FB-82A7595F1298}" type="sibTrans" cxnId="{027B2FDA-FAB7-463F-ACCE-300668912516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CB5C9D4-05EF-4BD9-B94F-8B792159FA04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Penganugerahan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Tahun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2025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F42C034-DCA9-4066-82BF-C02384793C5D}" type="parTrans" cxnId="{64B70E96-7C92-4D0B-9EC3-EFBFB88238E6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95D07F2-86DD-47ED-871C-53171A5CB280}" type="sibTrans" cxnId="{64B70E96-7C92-4D0B-9EC3-EFBFB88238E6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A959280-0739-4C57-8D1B-EDDBCCC6CC38}" type="pres">
      <dgm:prSet presAssocID="{7D90A4FB-502E-4095-AB07-7886A24A5804}" presName="Name0" presStyleCnt="0">
        <dgm:presLayoutVars>
          <dgm:dir/>
          <dgm:resizeHandles val="exact"/>
        </dgm:presLayoutVars>
      </dgm:prSet>
      <dgm:spPr/>
    </dgm:pt>
    <dgm:pt modelId="{EA42DC6E-3729-47FC-BA72-23BCEAC80376}" type="pres">
      <dgm:prSet presAssocID="{7D90A4FB-502E-4095-AB07-7886A24A5804}" presName="arrow" presStyleLbl="bgShp" presStyleIdx="0" presStyleCnt="1"/>
      <dgm:spPr/>
    </dgm:pt>
    <dgm:pt modelId="{67C25DB3-59B8-43EE-96F8-A6B635A0463A}" type="pres">
      <dgm:prSet presAssocID="{7D90A4FB-502E-4095-AB07-7886A24A5804}" presName="points" presStyleCnt="0"/>
      <dgm:spPr/>
    </dgm:pt>
    <dgm:pt modelId="{862F8CA3-EE3F-43C5-A651-304DA3960F58}" type="pres">
      <dgm:prSet presAssocID="{265629BF-B9B9-49F6-8266-1F6736A0AF49}" presName="compositeA" presStyleCnt="0"/>
      <dgm:spPr/>
    </dgm:pt>
    <dgm:pt modelId="{D4C0AF6D-D468-4FBC-A780-219EE1C02AC5}" type="pres">
      <dgm:prSet presAssocID="{265629BF-B9B9-49F6-8266-1F6736A0AF49}" presName="textA" presStyleLbl="revTx" presStyleIdx="0" presStyleCnt="9">
        <dgm:presLayoutVars>
          <dgm:bulletEnabled val="1"/>
        </dgm:presLayoutVars>
      </dgm:prSet>
      <dgm:spPr/>
    </dgm:pt>
    <dgm:pt modelId="{2D10A39D-54A6-447B-B679-72C5F88D7AB8}" type="pres">
      <dgm:prSet presAssocID="{265629BF-B9B9-49F6-8266-1F6736A0AF49}" presName="circleA" presStyleLbl="node1" presStyleIdx="0" presStyleCnt="9"/>
      <dgm:spPr/>
    </dgm:pt>
    <dgm:pt modelId="{407BEF36-2F95-48BD-BCE8-31300AABFA83}" type="pres">
      <dgm:prSet presAssocID="{265629BF-B9B9-49F6-8266-1F6736A0AF49}" presName="spaceA" presStyleCnt="0"/>
      <dgm:spPr/>
    </dgm:pt>
    <dgm:pt modelId="{7C6281F6-EF1A-44C2-ADCE-18FBF012688D}" type="pres">
      <dgm:prSet presAssocID="{46D3D7B0-FC9A-447F-9B15-99DEB88EFF4B}" presName="space" presStyleCnt="0"/>
      <dgm:spPr/>
    </dgm:pt>
    <dgm:pt modelId="{8DE6934D-4005-4614-9C04-7A46BB4A7A88}" type="pres">
      <dgm:prSet presAssocID="{49AC8FEF-0913-4EF9-B565-6E65A703722E}" presName="compositeB" presStyleCnt="0"/>
      <dgm:spPr/>
    </dgm:pt>
    <dgm:pt modelId="{FA41CF90-987B-4B2F-B0C0-0180C1FE4658}" type="pres">
      <dgm:prSet presAssocID="{49AC8FEF-0913-4EF9-B565-6E65A703722E}" presName="textB" presStyleLbl="revTx" presStyleIdx="1" presStyleCnt="9" custScaleX="129536">
        <dgm:presLayoutVars>
          <dgm:bulletEnabled val="1"/>
        </dgm:presLayoutVars>
      </dgm:prSet>
      <dgm:spPr/>
    </dgm:pt>
    <dgm:pt modelId="{4801C7F3-C012-4207-8347-23FA3835AB50}" type="pres">
      <dgm:prSet presAssocID="{49AC8FEF-0913-4EF9-B565-6E65A703722E}" presName="circleB" presStyleLbl="node1" presStyleIdx="1" presStyleCnt="9"/>
      <dgm:spPr/>
    </dgm:pt>
    <dgm:pt modelId="{D64AD0AB-090E-4E0C-BF58-DE2EAAEFFE53}" type="pres">
      <dgm:prSet presAssocID="{49AC8FEF-0913-4EF9-B565-6E65A703722E}" presName="spaceB" presStyleCnt="0"/>
      <dgm:spPr/>
    </dgm:pt>
    <dgm:pt modelId="{A83C80E0-C071-4851-9622-BDFFB529D0A7}" type="pres">
      <dgm:prSet presAssocID="{78F7DA23-CE1C-41C8-AB62-F0CEC834D77E}" presName="space" presStyleCnt="0"/>
      <dgm:spPr/>
    </dgm:pt>
    <dgm:pt modelId="{A17D52E7-F3D8-4A10-9FFC-D7B860DF5DBB}" type="pres">
      <dgm:prSet presAssocID="{7BCB7335-339C-4EE0-ADA1-682416A1CA16}" presName="compositeA" presStyleCnt="0"/>
      <dgm:spPr/>
    </dgm:pt>
    <dgm:pt modelId="{4E2D13DC-DDD3-40C5-A19B-5FDC6EE41A7F}" type="pres">
      <dgm:prSet presAssocID="{7BCB7335-339C-4EE0-ADA1-682416A1CA16}" presName="textA" presStyleLbl="revTx" presStyleIdx="2" presStyleCnt="9">
        <dgm:presLayoutVars>
          <dgm:bulletEnabled val="1"/>
        </dgm:presLayoutVars>
      </dgm:prSet>
      <dgm:spPr/>
    </dgm:pt>
    <dgm:pt modelId="{0E39C646-1006-4056-BC70-EEDC6F867CEF}" type="pres">
      <dgm:prSet presAssocID="{7BCB7335-339C-4EE0-ADA1-682416A1CA16}" presName="circleA" presStyleLbl="node1" presStyleIdx="2" presStyleCnt="9"/>
      <dgm:spPr/>
    </dgm:pt>
    <dgm:pt modelId="{1951E839-9534-4456-A313-8F79C78A1915}" type="pres">
      <dgm:prSet presAssocID="{7BCB7335-339C-4EE0-ADA1-682416A1CA16}" presName="spaceA" presStyleCnt="0"/>
      <dgm:spPr/>
    </dgm:pt>
    <dgm:pt modelId="{2514FDD0-A9FC-4961-9BF7-744C3BABA949}" type="pres">
      <dgm:prSet presAssocID="{F188520F-75C4-4A28-90BF-F2238FA17582}" presName="space" presStyleCnt="0"/>
      <dgm:spPr/>
    </dgm:pt>
    <dgm:pt modelId="{64A5E592-D706-4D09-8922-AE98BF04EEFB}" type="pres">
      <dgm:prSet presAssocID="{5AC2CAA0-571D-4193-9C3F-B6E97E3B1870}" presName="compositeB" presStyleCnt="0"/>
      <dgm:spPr/>
    </dgm:pt>
    <dgm:pt modelId="{F4085ACD-5786-41B3-919D-C38FB65CCC95}" type="pres">
      <dgm:prSet presAssocID="{5AC2CAA0-571D-4193-9C3F-B6E97E3B1870}" presName="textB" presStyleLbl="revTx" presStyleIdx="3" presStyleCnt="9" custScaleX="128711">
        <dgm:presLayoutVars>
          <dgm:bulletEnabled val="1"/>
        </dgm:presLayoutVars>
      </dgm:prSet>
      <dgm:spPr/>
    </dgm:pt>
    <dgm:pt modelId="{FA45DAE2-1C44-48E8-8249-82D947D3562C}" type="pres">
      <dgm:prSet presAssocID="{5AC2CAA0-571D-4193-9C3F-B6E97E3B1870}" presName="circleB" presStyleLbl="node1" presStyleIdx="3" presStyleCnt="9"/>
      <dgm:spPr/>
    </dgm:pt>
    <dgm:pt modelId="{F846E5FF-D54C-49BD-82E2-3FDAA34AE74B}" type="pres">
      <dgm:prSet presAssocID="{5AC2CAA0-571D-4193-9C3F-B6E97E3B1870}" presName="spaceB" presStyleCnt="0"/>
      <dgm:spPr/>
    </dgm:pt>
    <dgm:pt modelId="{14A2BC4C-897C-43F8-9542-3EEB6CC092F3}" type="pres">
      <dgm:prSet presAssocID="{6566EA1A-CF01-4137-8010-59CB9DE4C726}" presName="space" presStyleCnt="0"/>
      <dgm:spPr/>
    </dgm:pt>
    <dgm:pt modelId="{A15D4938-57BB-4735-866F-64CDC8A518E8}" type="pres">
      <dgm:prSet presAssocID="{052AA499-344C-471A-817C-875D884DF9A4}" presName="compositeA" presStyleCnt="0"/>
      <dgm:spPr/>
    </dgm:pt>
    <dgm:pt modelId="{FD4F3981-A8F0-4471-9E13-D88140C2A393}" type="pres">
      <dgm:prSet presAssocID="{052AA499-344C-471A-817C-875D884DF9A4}" presName="textA" presStyleLbl="revTx" presStyleIdx="4" presStyleCnt="9" custScaleX="123269">
        <dgm:presLayoutVars>
          <dgm:bulletEnabled val="1"/>
        </dgm:presLayoutVars>
      </dgm:prSet>
      <dgm:spPr/>
    </dgm:pt>
    <dgm:pt modelId="{DD276DF6-6B05-4A71-895F-4A9DDF52B5A3}" type="pres">
      <dgm:prSet presAssocID="{052AA499-344C-471A-817C-875D884DF9A4}" presName="circleA" presStyleLbl="node1" presStyleIdx="4" presStyleCnt="9"/>
      <dgm:spPr/>
    </dgm:pt>
    <dgm:pt modelId="{30A719E3-340B-4D18-9514-8257881C9699}" type="pres">
      <dgm:prSet presAssocID="{052AA499-344C-471A-817C-875D884DF9A4}" presName="spaceA" presStyleCnt="0"/>
      <dgm:spPr/>
    </dgm:pt>
    <dgm:pt modelId="{38AAF2C6-0EA1-4B70-B161-730494CB6C00}" type="pres">
      <dgm:prSet presAssocID="{5245CBAE-0D4B-46CB-B13B-8FAD5A3A81EF}" presName="space" presStyleCnt="0"/>
      <dgm:spPr/>
    </dgm:pt>
    <dgm:pt modelId="{C71CA493-1373-4DEC-AC2B-BD2638CA5A59}" type="pres">
      <dgm:prSet presAssocID="{1C91FAE7-4BC0-44B9-A106-1280D40C543F}" presName="compositeB" presStyleCnt="0"/>
      <dgm:spPr/>
    </dgm:pt>
    <dgm:pt modelId="{F388DE4E-5785-4B13-8652-F3F92024BB30}" type="pres">
      <dgm:prSet presAssocID="{1C91FAE7-4BC0-44B9-A106-1280D40C543F}" presName="textB" presStyleLbl="revTx" presStyleIdx="5" presStyleCnt="9" custScaleX="120380">
        <dgm:presLayoutVars>
          <dgm:bulletEnabled val="1"/>
        </dgm:presLayoutVars>
      </dgm:prSet>
      <dgm:spPr/>
    </dgm:pt>
    <dgm:pt modelId="{A12DEC78-0187-4D62-8526-1E0FDEBCCCF0}" type="pres">
      <dgm:prSet presAssocID="{1C91FAE7-4BC0-44B9-A106-1280D40C543F}" presName="circleB" presStyleLbl="node1" presStyleIdx="5" presStyleCnt="9"/>
      <dgm:spPr/>
    </dgm:pt>
    <dgm:pt modelId="{25489919-B51F-4CDB-B23F-881B565B5CAE}" type="pres">
      <dgm:prSet presAssocID="{1C91FAE7-4BC0-44B9-A106-1280D40C543F}" presName="spaceB" presStyleCnt="0"/>
      <dgm:spPr/>
    </dgm:pt>
    <dgm:pt modelId="{019B7A79-129D-4FDA-9AF6-37BD9E517B97}" type="pres">
      <dgm:prSet presAssocID="{D83112D9-B9FD-4B3E-A231-596CC36E3372}" presName="space" presStyleCnt="0"/>
      <dgm:spPr/>
    </dgm:pt>
    <dgm:pt modelId="{38BD1DF1-424C-4A50-B0D6-933D8F39B055}" type="pres">
      <dgm:prSet presAssocID="{D4FC3D13-A9B5-43FD-8BDC-32AD5A21223A}" presName="compositeA" presStyleCnt="0"/>
      <dgm:spPr/>
    </dgm:pt>
    <dgm:pt modelId="{0B934A1D-B31C-4700-B49D-F760AF250422}" type="pres">
      <dgm:prSet presAssocID="{D4FC3D13-A9B5-43FD-8BDC-32AD5A21223A}" presName="textA" presStyleLbl="revTx" presStyleIdx="6" presStyleCnt="9">
        <dgm:presLayoutVars>
          <dgm:bulletEnabled val="1"/>
        </dgm:presLayoutVars>
      </dgm:prSet>
      <dgm:spPr/>
    </dgm:pt>
    <dgm:pt modelId="{06C9C31A-D806-48B9-B9DF-9D9DDEF5AC8B}" type="pres">
      <dgm:prSet presAssocID="{D4FC3D13-A9B5-43FD-8BDC-32AD5A21223A}" presName="circleA" presStyleLbl="node1" presStyleIdx="6" presStyleCnt="9"/>
      <dgm:spPr/>
    </dgm:pt>
    <dgm:pt modelId="{953612C6-8FED-44C0-99B5-A91A3FAF64D9}" type="pres">
      <dgm:prSet presAssocID="{D4FC3D13-A9B5-43FD-8BDC-32AD5A21223A}" presName="spaceA" presStyleCnt="0"/>
      <dgm:spPr/>
    </dgm:pt>
    <dgm:pt modelId="{CFED3320-B0D9-44E8-9131-161A7D33E48C}" type="pres">
      <dgm:prSet presAssocID="{FE562428-57E4-455A-B593-6F46320CC059}" presName="space" presStyleCnt="0"/>
      <dgm:spPr/>
    </dgm:pt>
    <dgm:pt modelId="{809E04DB-7F73-40AE-90C0-8AAF1B4B7A31}" type="pres">
      <dgm:prSet presAssocID="{2AC67526-5AE6-443A-AB52-D00DAFB78B31}" presName="compositeB" presStyleCnt="0"/>
      <dgm:spPr/>
    </dgm:pt>
    <dgm:pt modelId="{7595965C-FE44-4232-BE95-0F598C9E499A}" type="pres">
      <dgm:prSet presAssocID="{2AC67526-5AE6-443A-AB52-D00DAFB78B31}" presName="textB" presStyleLbl="revTx" presStyleIdx="7" presStyleCnt="9" custScaleX="120307">
        <dgm:presLayoutVars>
          <dgm:bulletEnabled val="1"/>
        </dgm:presLayoutVars>
      </dgm:prSet>
      <dgm:spPr/>
    </dgm:pt>
    <dgm:pt modelId="{D36AA2B9-65F2-4BD4-8B91-7A1232933294}" type="pres">
      <dgm:prSet presAssocID="{2AC67526-5AE6-443A-AB52-D00DAFB78B31}" presName="circleB" presStyleLbl="node1" presStyleIdx="7" presStyleCnt="9"/>
      <dgm:spPr/>
    </dgm:pt>
    <dgm:pt modelId="{423EC37B-71B8-47A3-8CD9-271CF1E1FEDA}" type="pres">
      <dgm:prSet presAssocID="{2AC67526-5AE6-443A-AB52-D00DAFB78B31}" presName="spaceB" presStyleCnt="0"/>
      <dgm:spPr/>
    </dgm:pt>
    <dgm:pt modelId="{18013DBA-F4FD-4ED0-A7B8-720323C95297}" type="pres">
      <dgm:prSet presAssocID="{9E6226FA-3EF7-4E85-A6FB-82A7595F1298}" presName="space" presStyleCnt="0"/>
      <dgm:spPr/>
    </dgm:pt>
    <dgm:pt modelId="{7B16C16A-D480-421D-8D7A-5455E7B29CE4}" type="pres">
      <dgm:prSet presAssocID="{ACB5C9D4-05EF-4BD9-B94F-8B792159FA04}" presName="compositeA" presStyleCnt="0"/>
      <dgm:spPr/>
    </dgm:pt>
    <dgm:pt modelId="{BB693082-E2E0-4FB8-8706-2B49A978B5EA}" type="pres">
      <dgm:prSet presAssocID="{ACB5C9D4-05EF-4BD9-B94F-8B792159FA04}" presName="textA" presStyleLbl="revTx" presStyleIdx="8" presStyleCnt="9" custScaleX="164948">
        <dgm:presLayoutVars>
          <dgm:bulletEnabled val="1"/>
        </dgm:presLayoutVars>
      </dgm:prSet>
      <dgm:spPr/>
    </dgm:pt>
    <dgm:pt modelId="{034F37AF-4F05-48E0-AF40-AFFD1C473DD3}" type="pres">
      <dgm:prSet presAssocID="{ACB5C9D4-05EF-4BD9-B94F-8B792159FA04}" presName="circleA" presStyleLbl="node1" presStyleIdx="8" presStyleCnt="9"/>
      <dgm:spPr/>
    </dgm:pt>
    <dgm:pt modelId="{CFA7C971-F2A8-4CC2-B7B2-CE079BADFB36}" type="pres">
      <dgm:prSet presAssocID="{ACB5C9D4-05EF-4BD9-B94F-8B792159FA04}" presName="spaceA" presStyleCnt="0"/>
      <dgm:spPr/>
    </dgm:pt>
  </dgm:ptLst>
  <dgm:cxnLst>
    <dgm:cxn modelId="{589A9C11-E192-471A-A217-7384935D7A47}" type="presOf" srcId="{ACB5C9D4-05EF-4BD9-B94F-8B792159FA04}" destId="{BB693082-E2E0-4FB8-8706-2B49A978B5EA}" srcOrd="0" destOrd="0" presId="urn:microsoft.com/office/officeart/2005/8/layout/hProcess11"/>
    <dgm:cxn modelId="{2A466B14-3B7C-49C6-9EA7-B23B72F933FC}" type="presOf" srcId="{7D90A4FB-502E-4095-AB07-7886A24A5804}" destId="{FA959280-0739-4C57-8D1B-EDDBCCC6CC38}" srcOrd="0" destOrd="0" presId="urn:microsoft.com/office/officeart/2005/8/layout/hProcess11"/>
    <dgm:cxn modelId="{7B73A72A-8C4C-4C83-AC70-7DFDB6A49439}" srcId="{7D90A4FB-502E-4095-AB07-7886A24A5804}" destId="{265629BF-B9B9-49F6-8266-1F6736A0AF49}" srcOrd="0" destOrd="0" parTransId="{338258A8-CE50-4CF9-A42D-20D07382442A}" sibTransId="{46D3D7B0-FC9A-447F-9B15-99DEB88EFF4B}"/>
    <dgm:cxn modelId="{BBC43B34-250A-4D9C-85DB-EF9B46C75449}" srcId="{7D90A4FB-502E-4095-AB07-7886A24A5804}" destId="{5AC2CAA0-571D-4193-9C3F-B6E97E3B1870}" srcOrd="3" destOrd="0" parTransId="{45B21780-7116-44BF-BDF2-8B88E6E46E28}" sibTransId="{6566EA1A-CF01-4137-8010-59CB9DE4C726}"/>
    <dgm:cxn modelId="{336A9461-2E1A-447B-95D9-0435A96797AE}" type="presOf" srcId="{2AC67526-5AE6-443A-AB52-D00DAFB78B31}" destId="{7595965C-FE44-4232-BE95-0F598C9E499A}" srcOrd="0" destOrd="0" presId="urn:microsoft.com/office/officeart/2005/8/layout/hProcess11"/>
    <dgm:cxn modelId="{19324F6C-14FB-48AD-A80E-1BFD1D72FEF9}" srcId="{7D90A4FB-502E-4095-AB07-7886A24A5804}" destId="{7BCB7335-339C-4EE0-ADA1-682416A1CA16}" srcOrd="2" destOrd="0" parTransId="{F2A64CB6-54E4-4964-925B-D0B8A42BDEE1}" sibTransId="{F188520F-75C4-4A28-90BF-F2238FA17582}"/>
    <dgm:cxn modelId="{704A5D6D-54D9-461E-8D67-EA03C28E3433}" type="presOf" srcId="{D4FC3D13-A9B5-43FD-8BDC-32AD5A21223A}" destId="{0B934A1D-B31C-4700-B49D-F760AF250422}" srcOrd="0" destOrd="0" presId="urn:microsoft.com/office/officeart/2005/8/layout/hProcess11"/>
    <dgm:cxn modelId="{98EEE175-8384-4997-9CD1-2E371B453E05}" type="presOf" srcId="{052AA499-344C-471A-817C-875D884DF9A4}" destId="{FD4F3981-A8F0-4471-9E13-D88140C2A393}" srcOrd="0" destOrd="0" presId="urn:microsoft.com/office/officeart/2005/8/layout/hProcess11"/>
    <dgm:cxn modelId="{F5873F59-F9E9-401A-A853-F4F6D72B6B82}" srcId="{7D90A4FB-502E-4095-AB07-7886A24A5804}" destId="{052AA499-344C-471A-817C-875D884DF9A4}" srcOrd="4" destOrd="0" parTransId="{AF7CB217-AA7C-4743-8269-0C8849ABD05F}" sibTransId="{5245CBAE-0D4B-46CB-B13B-8FAD5A3A81EF}"/>
    <dgm:cxn modelId="{B7C9017E-F3FC-4795-A3DC-1D807C5CF3AF}" srcId="{7D90A4FB-502E-4095-AB07-7886A24A5804}" destId="{1C91FAE7-4BC0-44B9-A106-1280D40C543F}" srcOrd="5" destOrd="0" parTransId="{CCCB7B59-8847-48BB-A5ED-26F2C5AA6541}" sibTransId="{D83112D9-B9FD-4B3E-A231-596CC36E3372}"/>
    <dgm:cxn modelId="{9904B385-DA8F-437F-B0B5-990DADD47947}" type="presOf" srcId="{1C91FAE7-4BC0-44B9-A106-1280D40C543F}" destId="{F388DE4E-5785-4B13-8652-F3F92024BB30}" srcOrd="0" destOrd="0" presId="urn:microsoft.com/office/officeart/2005/8/layout/hProcess11"/>
    <dgm:cxn modelId="{7AAFDD89-5221-4970-8D3E-01145AA93A0E}" type="presOf" srcId="{5AC2CAA0-571D-4193-9C3F-B6E97E3B1870}" destId="{F4085ACD-5786-41B3-919D-C38FB65CCC95}" srcOrd="0" destOrd="0" presId="urn:microsoft.com/office/officeart/2005/8/layout/hProcess11"/>
    <dgm:cxn modelId="{D9F4068C-31EC-46AD-A418-74E5FD5D0C5C}" type="presOf" srcId="{49AC8FEF-0913-4EF9-B565-6E65A703722E}" destId="{FA41CF90-987B-4B2F-B0C0-0180C1FE4658}" srcOrd="0" destOrd="0" presId="urn:microsoft.com/office/officeart/2005/8/layout/hProcess11"/>
    <dgm:cxn modelId="{C6F1ED92-9303-42F4-869E-72A434971F89}" srcId="{7D90A4FB-502E-4095-AB07-7886A24A5804}" destId="{D4FC3D13-A9B5-43FD-8BDC-32AD5A21223A}" srcOrd="6" destOrd="0" parTransId="{BC279119-C14C-4DE1-895B-8775BFDF47EB}" sibTransId="{FE562428-57E4-455A-B593-6F46320CC059}"/>
    <dgm:cxn modelId="{64B70E96-7C92-4D0B-9EC3-EFBFB88238E6}" srcId="{7D90A4FB-502E-4095-AB07-7886A24A5804}" destId="{ACB5C9D4-05EF-4BD9-B94F-8B792159FA04}" srcOrd="8" destOrd="0" parTransId="{2F42C034-DCA9-4066-82BF-C02384793C5D}" sibTransId="{F95D07F2-86DD-47ED-871C-53171A5CB280}"/>
    <dgm:cxn modelId="{A80420DA-07DF-4648-AA6C-2A76B1F9D21C}" type="presOf" srcId="{265629BF-B9B9-49F6-8266-1F6736A0AF49}" destId="{D4C0AF6D-D468-4FBC-A780-219EE1C02AC5}" srcOrd="0" destOrd="0" presId="urn:microsoft.com/office/officeart/2005/8/layout/hProcess11"/>
    <dgm:cxn modelId="{027B2FDA-FAB7-463F-ACCE-300668912516}" srcId="{7D90A4FB-502E-4095-AB07-7886A24A5804}" destId="{2AC67526-5AE6-443A-AB52-D00DAFB78B31}" srcOrd="7" destOrd="0" parTransId="{E4C442B4-5DEF-414D-8D54-3DE545AE797D}" sibTransId="{9E6226FA-3EF7-4E85-A6FB-82A7595F1298}"/>
    <dgm:cxn modelId="{821515F5-6ADD-4867-B88C-F52DB04BAAF8}" type="presOf" srcId="{7BCB7335-339C-4EE0-ADA1-682416A1CA16}" destId="{4E2D13DC-DDD3-40C5-A19B-5FDC6EE41A7F}" srcOrd="0" destOrd="0" presId="urn:microsoft.com/office/officeart/2005/8/layout/hProcess11"/>
    <dgm:cxn modelId="{879E9CF9-48B7-451C-A7B7-BC79812B2A9D}" srcId="{7D90A4FB-502E-4095-AB07-7886A24A5804}" destId="{49AC8FEF-0913-4EF9-B565-6E65A703722E}" srcOrd="1" destOrd="0" parTransId="{0C5E31F3-D94C-4B6E-973D-30FDA59A31E3}" sibTransId="{78F7DA23-CE1C-41C8-AB62-F0CEC834D77E}"/>
    <dgm:cxn modelId="{888A6E35-4011-410E-844A-45483D46B7F0}" type="presParOf" srcId="{FA959280-0739-4C57-8D1B-EDDBCCC6CC38}" destId="{EA42DC6E-3729-47FC-BA72-23BCEAC80376}" srcOrd="0" destOrd="0" presId="urn:microsoft.com/office/officeart/2005/8/layout/hProcess11"/>
    <dgm:cxn modelId="{B6F27AFB-EF09-4A81-B9C4-EE32AD69EA49}" type="presParOf" srcId="{FA959280-0739-4C57-8D1B-EDDBCCC6CC38}" destId="{67C25DB3-59B8-43EE-96F8-A6B635A0463A}" srcOrd="1" destOrd="0" presId="urn:microsoft.com/office/officeart/2005/8/layout/hProcess11"/>
    <dgm:cxn modelId="{18ABC04D-8E8D-4A12-9EDD-DADC76A861F0}" type="presParOf" srcId="{67C25DB3-59B8-43EE-96F8-A6B635A0463A}" destId="{862F8CA3-EE3F-43C5-A651-304DA3960F58}" srcOrd="0" destOrd="0" presId="urn:microsoft.com/office/officeart/2005/8/layout/hProcess11"/>
    <dgm:cxn modelId="{B5CC30C4-347F-4634-8DA3-A3876DB615FE}" type="presParOf" srcId="{862F8CA3-EE3F-43C5-A651-304DA3960F58}" destId="{D4C0AF6D-D468-4FBC-A780-219EE1C02AC5}" srcOrd="0" destOrd="0" presId="urn:microsoft.com/office/officeart/2005/8/layout/hProcess11"/>
    <dgm:cxn modelId="{9BB8A96C-CF9B-47D3-87D5-D5C14E34210A}" type="presParOf" srcId="{862F8CA3-EE3F-43C5-A651-304DA3960F58}" destId="{2D10A39D-54A6-447B-B679-72C5F88D7AB8}" srcOrd="1" destOrd="0" presId="urn:microsoft.com/office/officeart/2005/8/layout/hProcess11"/>
    <dgm:cxn modelId="{F4935656-BE79-419E-9CA1-9B47470CE1CB}" type="presParOf" srcId="{862F8CA3-EE3F-43C5-A651-304DA3960F58}" destId="{407BEF36-2F95-48BD-BCE8-31300AABFA83}" srcOrd="2" destOrd="0" presId="urn:microsoft.com/office/officeart/2005/8/layout/hProcess11"/>
    <dgm:cxn modelId="{45A2B826-6D0E-4D6D-BA26-28B5829ED318}" type="presParOf" srcId="{67C25DB3-59B8-43EE-96F8-A6B635A0463A}" destId="{7C6281F6-EF1A-44C2-ADCE-18FBF012688D}" srcOrd="1" destOrd="0" presId="urn:microsoft.com/office/officeart/2005/8/layout/hProcess11"/>
    <dgm:cxn modelId="{8F4EC322-3777-46A5-ADB8-374DA3BA97B1}" type="presParOf" srcId="{67C25DB3-59B8-43EE-96F8-A6B635A0463A}" destId="{8DE6934D-4005-4614-9C04-7A46BB4A7A88}" srcOrd="2" destOrd="0" presId="urn:microsoft.com/office/officeart/2005/8/layout/hProcess11"/>
    <dgm:cxn modelId="{68B09D87-DF78-4E21-B754-34E31103B9B0}" type="presParOf" srcId="{8DE6934D-4005-4614-9C04-7A46BB4A7A88}" destId="{FA41CF90-987B-4B2F-B0C0-0180C1FE4658}" srcOrd="0" destOrd="0" presId="urn:microsoft.com/office/officeart/2005/8/layout/hProcess11"/>
    <dgm:cxn modelId="{2C8F11CD-C2DA-4E05-ABCE-D14A0347CAF9}" type="presParOf" srcId="{8DE6934D-4005-4614-9C04-7A46BB4A7A88}" destId="{4801C7F3-C012-4207-8347-23FA3835AB50}" srcOrd="1" destOrd="0" presId="urn:microsoft.com/office/officeart/2005/8/layout/hProcess11"/>
    <dgm:cxn modelId="{45979AA2-ADF3-465B-8C6F-554D238E07C6}" type="presParOf" srcId="{8DE6934D-4005-4614-9C04-7A46BB4A7A88}" destId="{D64AD0AB-090E-4E0C-BF58-DE2EAAEFFE53}" srcOrd="2" destOrd="0" presId="urn:microsoft.com/office/officeart/2005/8/layout/hProcess11"/>
    <dgm:cxn modelId="{90E29755-8E5F-4BAB-9826-4F19527031FB}" type="presParOf" srcId="{67C25DB3-59B8-43EE-96F8-A6B635A0463A}" destId="{A83C80E0-C071-4851-9622-BDFFB529D0A7}" srcOrd="3" destOrd="0" presId="urn:microsoft.com/office/officeart/2005/8/layout/hProcess11"/>
    <dgm:cxn modelId="{D228973A-E2D9-4E22-A901-6D4482CD81A0}" type="presParOf" srcId="{67C25DB3-59B8-43EE-96F8-A6B635A0463A}" destId="{A17D52E7-F3D8-4A10-9FFC-D7B860DF5DBB}" srcOrd="4" destOrd="0" presId="urn:microsoft.com/office/officeart/2005/8/layout/hProcess11"/>
    <dgm:cxn modelId="{042AA675-3F42-49D9-8899-B2E699C61719}" type="presParOf" srcId="{A17D52E7-F3D8-4A10-9FFC-D7B860DF5DBB}" destId="{4E2D13DC-DDD3-40C5-A19B-5FDC6EE41A7F}" srcOrd="0" destOrd="0" presId="urn:microsoft.com/office/officeart/2005/8/layout/hProcess11"/>
    <dgm:cxn modelId="{2A373174-0779-49B7-9EC3-5B60E481803D}" type="presParOf" srcId="{A17D52E7-F3D8-4A10-9FFC-D7B860DF5DBB}" destId="{0E39C646-1006-4056-BC70-EEDC6F867CEF}" srcOrd="1" destOrd="0" presId="urn:microsoft.com/office/officeart/2005/8/layout/hProcess11"/>
    <dgm:cxn modelId="{4C23EA70-9BEA-46D4-9347-7E959A83BC4D}" type="presParOf" srcId="{A17D52E7-F3D8-4A10-9FFC-D7B860DF5DBB}" destId="{1951E839-9534-4456-A313-8F79C78A1915}" srcOrd="2" destOrd="0" presId="urn:microsoft.com/office/officeart/2005/8/layout/hProcess11"/>
    <dgm:cxn modelId="{91CCBE37-C599-486E-B6A3-735AB43BFC0D}" type="presParOf" srcId="{67C25DB3-59B8-43EE-96F8-A6B635A0463A}" destId="{2514FDD0-A9FC-4961-9BF7-744C3BABA949}" srcOrd="5" destOrd="0" presId="urn:microsoft.com/office/officeart/2005/8/layout/hProcess11"/>
    <dgm:cxn modelId="{60885A74-61FB-4072-9931-B26DE7CE410B}" type="presParOf" srcId="{67C25DB3-59B8-43EE-96F8-A6B635A0463A}" destId="{64A5E592-D706-4D09-8922-AE98BF04EEFB}" srcOrd="6" destOrd="0" presId="urn:microsoft.com/office/officeart/2005/8/layout/hProcess11"/>
    <dgm:cxn modelId="{BDDD02F4-9F1B-41DD-ACF6-829E26D5D882}" type="presParOf" srcId="{64A5E592-D706-4D09-8922-AE98BF04EEFB}" destId="{F4085ACD-5786-41B3-919D-C38FB65CCC95}" srcOrd="0" destOrd="0" presId="urn:microsoft.com/office/officeart/2005/8/layout/hProcess11"/>
    <dgm:cxn modelId="{08337F81-2F57-41FA-ABDF-AA56F26ED939}" type="presParOf" srcId="{64A5E592-D706-4D09-8922-AE98BF04EEFB}" destId="{FA45DAE2-1C44-48E8-8249-82D947D3562C}" srcOrd="1" destOrd="0" presId="urn:microsoft.com/office/officeart/2005/8/layout/hProcess11"/>
    <dgm:cxn modelId="{4342F44D-FAFA-4E93-9581-0DAFBBFF3893}" type="presParOf" srcId="{64A5E592-D706-4D09-8922-AE98BF04EEFB}" destId="{F846E5FF-D54C-49BD-82E2-3FDAA34AE74B}" srcOrd="2" destOrd="0" presId="urn:microsoft.com/office/officeart/2005/8/layout/hProcess11"/>
    <dgm:cxn modelId="{C2AEE24A-BAD9-48B0-85D4-F714CAB70840}" type="presParOf" srcId="{67C25DB3-59B8-43EE-96F8-A6B635A0463A}" destId="{14A2BC4C-897C-43F8-9542-3EEB6CC092F3}" srcOrd="7" destOrd="0" presId="urn:microsoft.com/office/officeart/2005/8/layout/hProcess11"/>
    <dgm:cxn modelId="{01FD767B-9955-4D40-967B-7458D6187042}" type="presParOf" srcId="{67C25DB3-59B8-43EE-96F8-A6B635A0463A}" destId="{A15D4938-57BB-4735-866F-64CDC8A518E8}" srcOrd="8" destOrd="0" presId="urn:microsoft.com/office/officeart/2005/8/layout/hProcess11"/>
    <dgm:cxn modelId="{E7533C76-4CFE-4DDB-B64F-8C7C3413356B}" type="presParOf" srcId="{A15D4938-57BB-4735-866F-64CDC8A518E8}" destId="{FD4F3981-A8F0-4471-9E13-D88140C2A393}" srcOrd="0" destOrd="0" presId="urn:microsoft.com/office/officeart/2005/8/layout/hProcess11"/>
    <dgm:cxn modelId="{32A015ED-9F6B-4A91-BF74-E85A1110F848}" type="presParOf" srcId="{A15D4938-57BB-4735-866F-64CDC8A518E8}" destId="{DD276DF6-6B05-4A71-895F-4A9DDF52B5A3}" srcOrd="1" destOrd="0" presId="urn:microsoft.com/office/officeart/2005/8/layout/hProcess11"/>
    <dgm:cxn modelId="{3DDB8183-853C-494C-ACEB-CB077CDF5860}" type="presParOf" srcId="{A15D4938-57BB-4735-866F-64CDC8A518E8}" destId="{30A719E3-340B-4D18-9514-8257881C9699}" srcOrd="2" destOrd="0" presId="urn:microsoft.com/office/officeart/2005/8/layout/hProcess11"/>
    <dgm:cxn modelId="{9258EB0E-0DE4-4C84-9BEA-9DE22EE80B8A}" type="presParOf" srcId="{67C25DB3-59B8-43EE-96F8-A6B635A0463A}" destId="{38AAF2C6-0EA1-4B70-B161-730494CB6C00}" srcOrd="9" destOrd="0" presId="urn:microsoft.com/office/officeart/2005/8/layout/hProcess11"/>
    <dgm:cxn modelId="{3E77D11A-8D30-47E7-8618-98ECC312F2EA}" type="presParOf" srcId="{67C25DB3-59B8-43EE-96F8-A6B635A0463A}" destId="{C71CA493-1373-4DEC-AC2B-BD2638CA5A59}" srcOrd="10" destOrd="0" presId="urn:microsoft.com/office/officeart/2005/8/layout/hProcess11"/>
    <dgm:cxn modelId="{BB73F63E-3686-41F9-85FF-E99EBE65D46C}" type="presParOf" srcId="{C71CA493-1373-4DEC-AC2B-BD2638CA5A59}" destId="{F388DE4E-5785-4B13-8652-F3F92024BB30}" srcOrd="0" destOrd="0" presId="urn:microsoft.com/office/officeart/2005/8/layout/hProcess11"/>
    <dgm:cxn modelId="{B0E9B085-606E-407B-A1ED-FD6982924893}" type="presParOf" srcId="{C71CA493-1373-4DEC-AC2B-BD2638CA5A59}" destId="{A12DEC78-0187-4D62-8526-1E0FDEBCCCF0}" srcOrd="1" destOrd="0" presId="urn:microsoft.com/office/officeart/2005/8/layout/hProcess11"/>
    <dgm:cxn modelId="{7E6C6A07-325F-4A18-AAA7-62375DF357D8}" type="presParOf" srcId="{C71CA493-1373-4DEC-AC2B-BD2638CA5A59}" destId="{25489919-B51F-4CDB-B23F-881B565B5CAE}" srcOrd="2" destOrd="0" presId="urn:microsoft.com/office/officeart/2005/8/layout/hProcess11"/>
    <dgm:cxn modelId="{86373185-88DB-4373-AD6F-CAA0C39CE246}" type="presParOf" srcId="{67C25DB3-59B8-43EE-96F8-A6B635A0463A}" destId="{019B7A79-129D-4FDA-9AF6-37BD9E517B97}" srcOrd="11" destOrd="0" presId="urn:microsoft.com/office/officeart/2005/8/layout/hProcess11"/>
    <dgm:cxn modelId="{CEB29947-2F60-4825-A6A4-6DCAC4E357AC}" type="presParOf" srcId="{67C25DB3-59B8-43EE-96F8-A6B635A0463A}" destId="{38BD1DF1-424C-4A50-B0D6-933D8F39B055}" srcOrd="12" destOrd="0" presId="urn:microsoft.com/office/officeart/2005/8/layout/hProcess11"/>
    <dgm:cxn modelId="{3B8E8F13-6F44-4794-9B65-5E0362928245}" type="presParOf" srcId="{38BD1DF1-424C-4A50-B0D6-933D8F39B055}" destId="{0B934A1D-B31C-4700-B49D-F760AF250422}" srcOrd="0" destOrd="0" presId="urn:microsoft.com/office/officeart/2005/8/layout/hProcess11"/>
    <dgm:cxn modelId="{1B63CCAD-A682-440A-821D-EE7F11B3A0D0}" type="presParOf" srcId="{38BD1DF1-424C-4A50-B0D6-933D8F39B055}" destId="{06C9C31A-D806-48B9-B9DF-9D9DDEF5AC8B}" srcOrd="1" destOrd="0" presId="urn:microsoft.com/office/officeart/2005/8/layout/hProcess11"/>
    <dgm:cxn modelId="{79C6EB30-ADF6-4CA5-9EE0-3339EA6B5A7A}" type="presParOf" srcId="{38BD1DF1-424C-4A50-B0D6-933D8F39B055}" destId="{953612C6-8FED-44C0-99B5-A91A3FAF64D9}" srcOrd="2" destOrd="0" presId="urn:microsoft.com/office/officeart/2005/8/layout/hProcess11"/>
    <dgm:cxn modelId="{6961B482-E08C-43EA-AED5-401C1A9FDB59}" type="presParOf" srcId="{67C25DB3-59B8-43EE-96F8-A6B635A0463A}" destId="{CFED3320-B0D9-44E8-9131-161A7D33E48C}" srcOrd="13" destOrd="0" presId="urn:microsoft.com/office/officeart/2005/8/layout/hProcess11"/>
    <dgm:cxn modelId="{CB7EBC87-6BF2-496F-8F0E-F16719EDFE96}" type="presParOf" srcId="{67C25DB3-59B8-43EE-96F8-A6B635A0463A}" destId="{809E04DB-7F73-40AE-90C0-8AAF1B4B7A31}" srcOrd="14" destOrd="0" presId="urn:microsoft.com/office/officeart/2005/8/layout/hProcess11"/>
    <dgm:cxn modelId="{716C86E5-52BC-4717-93EC-6A9CE235E5D0}" type="presParOf" srcId="{809E04DB-7F73-40AE-90C0-8AAF1B4B7A31}" destId="{7595965C-FE44-4232-BE95-0F598C9E499A}" srcOrd="0" destOrd="0" presId="urn:microsoft.com/office/officeart/2005/8/layout/hProcess11"/>
    <dgm:cxn modelId="{B3221AA6-0615-4A20-A1B3-A4620F116C70}" type="presParOf" srcId="{809E04DB-7F73-40AE-90C0-8AAF1B4B7A31}" destId="{D36AA2B9-65F2-4BD4-8B91-7A1232933294}" srcOrd="1" destOrd="0" presId="urn:microsoft.com/office/officeart/2005/8/layout/hProcess11"/>
    <dgm:cxn modelId="{C2018856-7141-4AF7-9C5B-534643F42860}" type="presParOf" srcId="{809E04DB-7F73-40AE-90C0-8AAF1B4B7A31}" destId="{423EC37B-71B8-47A3-8CD9-271CF1E1FEDA}" srcOrd="2" destOrd="0" presId="urn:microsoft.com/office/officeart/2005/8/layout/hProcess11"/>
    <dgm:cxn modelId="{CE533783-D26E-41A1-B411-E7844B38DE6C}" type="presParOf" srcId="{67C25DB3-59B8-43EE-96F8-A6B635A0463A}" destId="{18013DBA-F4FD-4ED0-A7B8-720323C95297}" srcOrd="15" destOrd="0" presId="urn:microsoft.com/office/officeart/2005/8/layout/hProcess11"/>
    <dgm:cxn modelId="{BDAA747E-7B77-4A71-90B4-156CC94E5091}" type="presParOf" srcId="{67C25DB3-59B8-43EE-96F8-A6B635A0463A}" destId="{7B16C16A-D480-421D-8D7A-5455E7B29CE4}" srcOrd="16" destOrd="0" presId="urn:microsoft.com/office/officeart/2005/8/layout/hProcess11"/>
    <dgm:cxn modelId="{B4A5B353-21E2-4B31-A89C-8EF12085D277}" type="presParOf" srcId="{7B16C16A-D480-421D-8D7A-5455E7B29CE4}" destId="{BB693082-E2E0-4FB8-8706-2B49A978B5EA}" srcOrd="0" destOrd="0" presId="urn:microsoft.com/office/officeart/2005/8/layout/hProcess11"/>
    <dgm:cxn modelId="{697D25B8-7A79-491F-A999-9B1896D51FAC}" type="presParOf" srcId="{7B16C16A-D480-421D-8D7A-5455E7B29CE4}" destId="{034F37AF-4F05-48E0-AF40-AFFD1C473DD3}" srcOrd="1" destOrd="0" presId="urn:microsoft.com/office/officeart/2005/8/layout/hProcess11"/>
    <dgm:cxn modelId="{07B8491F-AC48-495B-AE01-98732D604216}" type="presParOf" srcId="{7B16C16A-D480-421D-8D7A-5455E7B29CE4}" destId="{CFA7C971-F2A8-4CC2-B7B2-CE079BADFB36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D90A4FB-502E-4095-AB07-7886A24A5804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D"/>
        </a:p>
      </dgm:t>
    </dgm:pt>
    <dgm:pt modelId="{265629BF-B9B9-49F6-8266-1F6736A0AF49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Sosialisasi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38258A8-CE50-4CF9-A42D-20D07382442A}" type="parTrans" cxnId="{7B73A72A-8C4C-4C83-AC70-7DFDB6A4943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6D3D7B0-FC9A-447F-9B15-99DEB88EFF4B}" type="sibTrans" cxnId="{7B73A72A-8C4C-4C83-AC70-7DFDB6A4943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9AC8FEF-0913-4EF9-B565-6E65A703722E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Pendaftaran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C5E31F3-D94C-4B6E-973D-30FDA59A31E3}" type="parTrans" cxnId="{879E9CF9-48B7-451C-A7B7-BC79812B2A9D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8F7DA23-CE1C-41C8-AB62-F0CEC834D77E}" type="sibTrans" cxnId="{879E9CF9-48B7-451C-A7B7-BC79812B2A9D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BCB7335-339C-4EE0-ADA1-682416A1CA16}">
      <dgm:prSet custT="1"/>
      <dgm:spPr/>
      <dgm:t>
        <a:bodyPr/>
        <a:lstStyle/>
        <a:p>
          <a:r>
            <a:rPr lang="en-ID" sz="1100" b="1">
              <a:latin typeface="Arial" panose="020B0604020202020204" pitchFamily="34" charset="0"/>
              <a:cs typeface="Arial" panose="020B0604020202020204" pitchFamily="34" charset="0"/>
            </a:rPr>
            <a:t>Technical Meeting</a:t>
          </a:r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2A64CB6-54E4-4964-925B-D0B8A42BDEE1}" type="parTrans" cxnId="{19324F6C-14FB-48AD-A80E-1BFD1D72FEF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188520F-75C4-4A28-90BF-F2238FA17582}" type="sibTrans" cxnId="{19324F6C-14FB-48AD-A80E-1BFD1D72FEF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AC2CAA0-571D-4193-9C3F-B6E97E3B1870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1.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Pengumpulan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Program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Inovasi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5B21780-7116-44BF-BDF2-8B88E6E46E28}" type="parTrans" cxnId="{BBC43B34-250A-4D9C-85DB-EF9B46C7544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566EA1A-CF01-4137-8010-59CB9DE4C726}" type="sibTrans" cxnId="{BBC43B34-250A-4D9C-85DB-EF9B46C7544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52AA499-344C-471A-817C-875D884DF9A4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1. </a:t>
          </a:r>
        </a:p>
        <a:p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Aksi Program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Inovasi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F7CB217-AA7C-4743-8269-0C8849ABD05F}" type="parTrans" cxnId="{F5873F59-F9E9-401A-A853-F4F6D72B6B82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245CBAE-0D4B-46CB-B13B-8FAD5A3A81EF}" type="sibTrans" cxnId="{F5873F59-F9E9-401A-A853-F4F6D72B6B82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C91FAE7-4BC0-44B9-A106-1280D40C543F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1.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Pelaporan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Aksi Program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Inovasi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CCB7B59-8847-48BB-A5ED-26F2C5AA6541}" type="parTrans" cxnId="{B7C9017E-F3FC-4795-A3DC-1D807C5CF3AF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83112D9-B9FD-4B3E-A231-596CC36E3372}" type="sibTrans" cxnId="{B7C9017E-F3FC-4795-A3DC-1D807C5CF3AF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4FC3D13-A9B5-43FD-8BDC-32AD5A21223A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2.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Visitasi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/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Verifikasi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Lapangan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C279119-C14C-4DE1-895B-8775BFDF47EB}" type="parTrans" cxnId="{C6F1ED92-9303-42F4-869E-72A434971F8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E562428-57E4-455A-B593-6F46320CC059}" type="sibTrans" cxnId="{C6F1ED92-9303-42F4-869E-72A434971F8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AC67526-5AE6-443A-AB52-D00DAFB78B31}">
      <dgm:prSet custT="1"/>
      <dgm:spPr/>
      <dgm:t>
        <a:bodyPr/>
        <a:lstStyle/>
        <a:p>
          <a:r>
            <a:rPr lang="it-IT" sz="1100" b="1" dirty="0">
              <a:latin typeface="Arial" panose="020B0604020202020204" pitchFamily="34" charset="0"/>
              <a:cs typeface="Arial" panose="020B0604020202020204" pitchFamily="34" charset="0"/>
            </a:rPr>
            <a:t>Tahap 3. Presentasi dan Wawancara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4C442B4-5DEF-414D-8D54-3DE545AE797D}" type="parTrans" cxnId="{027B2FDA-FAB7-463F-ACCE-300668912516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E6226FA-3EF7-4E85-A6FB-82A7595F1298}" type="sibTrans" cxnId="{027B2FDA-FAB7-463F-ACCE-300668912516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CB5C9D4-05EF-4BD9-B94F-8B792159FA04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Penganugerahan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Tahun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2025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F42C034-DCA9-4066-82BF-C02384793C5D}" type="parTrans" cxnId="{64B70E96-7C92-4D0B-9EC3-EFBFB88238E6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95D07F2-86DD-47ED-871C-53171A5CB280}" type="sibTrans" cxnId="{64B70E96-7C92-4D0B-9EC3-EFBFB88238E6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A959280-0739-4C57-8D1B-EDDBCCC6CC38}" type="pres">
      <dgm:prSet presAssocID="{7D90A4FB-502E-4095-AB07-7886A24A5804}" presName="Name0" presStyleCnt="0">
        <dgm:presLayoutVars>
          <dgm:dir/>
          <dgm:resizeHandles val="exact"/>
        </dgm:presLayoutVars>
      </dgm:prSet>
      <dgm:spPr/>
    </dgm:pt>
    <dgm:pt modelId="{EA42DC6E-3729-47FC-BA72-23BCEAC80376}" type="pres">
      <dgm:prSet presAssocID="{7D90A4FB-502E-4095-AB07-7886A24A5804}" presName="arrow" presStyleLbl="bgShp" presStyleIdx="0" presStyleCnt="1"/>
      <dgm:spPr/>
    </dgm:pt>
    <dgm:pt modelId="{67C25DB3-59B8-43EE-96F8-A6B635A0463A}" type="pres">
      <dgm:prSet presAssocID="{7D90A4FB-502E-4095-AB07-7886A24A5804}" presName="points" presStyleCnt="0"/>
      <dgm:spPr/>
    </dgm:pt>
    <dgm:pt modelId="{862F8CA3-EE3F-43C5-A651-304DA3960F58}" type="pres">
      <dgm:prSet presAssocID="{265629BF-B9B9-49F6-8266-1F6736A0AF49}" presName="compositeA" presStyleCnt="0"/>
      <dgm:spPr/>
    </dgm:pt>
    <dgm:pt modelId="{D4C0AF6D-D468-4FBC-A780-219EE1C02AC5}" type="pres">
      <dgm:prSet presAssocID="{265629BF-B9B9-49F6-8266-1F6736A0AF49}" presName="textA" presStyleLbl="revTx" presStyleIdx="0" presStyleCnt="9">
        <dgm:presLayoutVars>
          <dgm:bulletEnabled val="1"/>
        </dgm:presLayoutVars>
      </dgm:prSet>
      <dgm:spPr/>
    </dgm:pt>
    <dgm:pt modelId="{2D10A39D-54A6-447B-B679-72C5F88D7AB8}" type="pres">
      <dgm:prSet presAssocID="{265629BF-B9B9-49F6-8266-1F6736A0AF49}" presName="circleA" presStyleLbl="node1" presStyleIdx="0" presStyleCnt="9"/>
      <dgm:spPr/>
    </dgm:pt>
    <dgm:pt modelId="{407BEF36-2F95-48BD-BCE8-31300AABFA83}" type="pres">
      <dgm:prSet presAssocID="{265629BF-B9B9-49F6-8266-1F6736A0AF49}" presName="spaceA" presStyleCnt="0"/>
      <dgm:spPr/>
    </dgm:pt>
    <dgm:pt modelId="{7C6281F6-EF1A-44C2-ADCE-18FBF012688D}" type="pres">
      <dgm:prSet presAssocID="{46D3D7B0-FC9A-447F-9B15-99DEB88EFF4B}" presName="space" presStyleCnt="0"/>
      <dgm:spPr/>
    </dgm:pt>
    <dgm:pt modelId="{8DE6934D-4005-4614-9C04-7A46BB4A7A88}" type="pres">
      <dgm:prSet presAssocID="{49AC8FEF-0913-4EF9-B565-6E65A703722E}" presName="compositeB" presStyleCnt="0"/>
      <dgm:spPr/>
    </dgm:pt>
    <dgm:pt modelId="{FA41CF90-987B-4B2F-B0C0-0180C1FE4658}" type="pres">
      <dgm:prSet presAssocID="{49AC8FEF-0913-4EF9-B565-6E65A703722E}" presName="textB" presStyleLbl="revTx" presStyleIdx="1" presStyleCnt="9" custScaleX="129536">
        <dgm:presLayoutVars>
          <dgm:bulletEnabled val="1"/>
        </dgm:presLayoutVars>
      </dgm:prSet>
      <dgm:spPr/>
    </dgm:pt>
    <dgm:pt modelId="{4801C7F3-C012-4207-8347-23FA3835AB50}" type="pres">
      <dgm:prSet presAssocID="{49AC8FEF-0913-4EF9-B565-6E65A703722E}" presName="circleB" presStyleLbl="node1" presStyleIdx="1" presStyleCnt="9"/>
      <dgm:spPr/>
    </dgm:pt>
    <dgm:pt modelId="{D64AD0AB-090E-4E0C-BF58-DE2EAAEFFE53}" type="pres">
      <dgm:prSet presAssocID="{49AC8FEF-0913-4EF9-B565-6E65A703722E}" presName="spaceB" presStyleCnt="0"/>
      <dgm:spPr/>
    </dgm:pt>
    <dgm:pt modelId="{A83C80E0-C071-4851-9622-BDFFB529D0A7}" type="pres">
      <dgm:prSet presAssocID="{78F7DA23-CE1C-41C8-AB62-F0CEC834D77E}" presName="space" presStyleCnt="0"/>
      <dgm:spPr/>
    </dgm:pt>
    <dgm:pt modelId="{A17D52E7-F3D8-4A10-9FFC-D7B860DF5DBB}" type="pres">
      <dgm:prSet presAssocID="{7BCB7335-339C-4EE0-ADA1-682416A1CA16}" presName="compositeA" presStyleCnt="0"/>
      <dgm:spPr/>
    </dgm:pt>
    <dgm:pt modelId="{4E2D13DC-DDD3-40C5-A19B-5FDC6EE41A7F}" type="pres">
      <dgm:prSet presAssocID="{7BCB7335-339C-4EE0-ADA1-682416A1CA16}" presName="textA" presStyleLbl="revTx" presStyleIdx="2" presStyleCnt="9">
        <dgm:presLayoutVars>
          <dgm:bulletEnabled val="1"/>
        </dgm:presLayoutVars>
      </dgm:prSet>
      <dgm:spPr/>
    </dgm:pt>
    <dgm:pt modelId="{0E39C646-1006-4056-BC70-EEDC6F867CEF}" type="pres">
      <dgm:prSet presAssocID="{7BCB7335-339C-4EE0-ADA1-682416A1CA16}" presName="circleA" presStyleLbl="node1" presStyleIdx="2" presStyleCnt="9"/>
      <dgm:spPr/>
    </dgm:pt>
    <dgm:pt modelId="{1951E839-9534-4456-A313-8F79C78A1915}" type="pres">
      <dgm:prSet presAssocID="{7BCB7335-339C-4EE0-ADA1-682416A1CA16}" presName="spaceA" presStyleCnt="0"/>
      <dgm:spPr/>
    </dgm:pt>
    <dgm:pt modelId="{2514FDD0-A9FC-4961-9BF7-744C3BABA949}" type="pres">
      <dgm:prSet presAssocID="{F188520F-75C4-4A28-90BF-F2238FA17582}" presName="space" presStyleCnt="0"/>
      <dgm:spPr/>
    </dgm:pt>
    <dgm:pt modelId="{64A5E592-D706-4D09-8922-AE98BF04EEFB}" type="pres">
      <dgm:prSet presAssocID="{5AC2CAA0-571D-4193-9C3F-B6E97E3B1870}" presName="compositeB" presStyleCnt="0"/>
      <dgm:spPr/>
    </dgm:pt>
    <dgm:pt modelId="{F4085ACD-5786-41B3-919D-C38FB65CCC95}" type="pres">
      <dgm:prSet presAssocID="{5AC2CAA0-571D-4193-9C3F-B6E97E3B1870}" presName="textB" presStyleLbl="revTx" presStyleIdx="3" presStyleCnt="9" custScaleX="128711">
        <dgm:presLayoutVars>
          <dgm:bulletEnabled val="1"/>
        </dgm:presLayoutVars>
      </dgm:prSet>
      <dgm:spPr/>
    </dgm:pt>
    <dgm:pt modelId="{FA45DAE2-1C44-48E8-8249-82D947D3562C}" type="pres">
      <dgm:prSet presAssocID="{5AC2CAA0-571D-4193-9C3F-B6E97E3B1870}" presName="circleB" presStyleLbl="node1" presStyleIdx="3" presStyleCnt="9"/>
      <dgm:spPr/>
    </dgm:pt>
    <dgm:pt modelId="{F846E5FF-D54C-49BD-82E2-3FDAA34AE74B}" type="pres">
      <dgm:prSet presAssocID="{5AC2CAA0-571D-4193-9C3F-B6E97E3B1870}" presName="spaceB" presStyleCnt="0"/>
      <dgm:spPr/>
    </dgm:pt>
    <dgm:pt modelId="{14A2BC4C-897C-43F8-9542-3EEB6CC092F3}" type="pres">
      <dgm:prSet presAssocID="{6566EA1A-CF01-4137-8010-59CB9DE4C726}" presName="space" presStyleCnt="0"/>
      <dgm:spPr/>
    </dgm:pt>
    <dgm:pt modelId="{A15D4938-57BB-4735-866F-64CDC8A518E8}" type="pres">
      <dgm:prSet presAssocID="{052AA499-344C-471A-817C-875D884DF9A4}" presName="compositeA" presStyleCnt="0"/>
      <dgm:spPr/>
    </dgm:pt>
    <dgm:pt modelId="{FD4F3981-A8F0-4471-9E13-D88140C2A393}" type="pres">
      <dgm:prSet presAssocID="{052AA499-344C-471A-817C-875D884DF9A4}" presName="textA" presStyleLbl="revTx" presStyleIdx="4" presStyleCnt="9" custScaleX="123269">
        <dgm:presLayoutVars>
          <dgm:bulletEnabled val="1"/>
        </dgm:presLayoutVars>
      </dgm:prSet>
      <dgm:spPr/>
    </dgm:pt>
    <dgm:pt modelId="{DD276DF6-6B05-4A71-895F-4A9DDF52B5A3}" type="pres">
      <dgm:prSet presAssocID="{052AA499-344C-471A-817C-875D884DF9A4}" presName="circleA" presStyleLbl="node1" presStyleIdx="4" presStyleCnt="9"/>
      <dgm:spPr/>
    </dgm:pt>
    <dgm:pt modelId="{30A719E3-340B-4D18-9514-8257881C9699}" type="pres">
      <dgm:prSet presAssocID="{052AA499-344C-471A-817C-875D884DF9A4}" presName="spaceA" presStyleCnt="0"/>
      <dgm:spPr/>
    </dgm:pt>
    <dgm:pt modelId="{38AAF2C6-0EA1-4B70-B161-730494CB6C00}" type="pres">
      <dgm:prSet presAssocID="{5245CBAE-0D4B-46CB-B13B-8FAD5A3A81EF}" presName="space" presStyleCnt="0"/>
      <dgm:spPr/>
    </dgm:pt>
    <dgm:pt modelId="{C71CA493-1373-4DEC-AC2B-BD2638CA5A59}" type="pres">
      <dgm:prSet presAssocID="{1C91FAE7-4BC0-44B9-A106-1280D40C543F}" presName="compositeB" presStyleCnt="0"/>
      <dgm:spPr/>
    </dgm:pt>
    <dgm:pt modelId="{F388DE4E-5785-4B13-8652-F3F92024BB30}" type="pres">
      <dgm:prSet presAssocID="{1C91FAE7-4BC0-44B9-A106-1280D40C543F}" presName="textB" presStyleLbl="revTx" presStyleIdx="5" presStyleCnt="9" custScaleX="120380">
        <dgm:presLayoutVars>
          <dgm:bulletEnabled val="1"/>
        </dgm:presLayoutVars>
      </dgm:prSet>
      <dgm:spPr/>
    </dgm:pt>
    <dgm:pt modelId="{A12DEC78-0187-4D62-8526-1E0FDEBCCCF0}" type="pres">
      <dgm:prSet presAssocID="{1C91FAE7-4BC0-44B9-A106-1280D40C543F}" presName="circleB" presStyleLbl="node1" presStyleIdx="5" presStyleCnt="9"/>
      <dgm:spPr/>
    </dgm:pt>
    <dgm:pt modelId="{25489919-B51F-4CDB-B23F-881B565B5CAE}" type="pres">
      <dgm:prSet presAssocID="{1C91FAE7-4BC0-44B9-A106-1280D40C543F}" presName="spaceB" presStyleCnt="0"/>
      <dgm:spPr/>
    </dgm:pt>
    <dgm:pt modelId="{019B7A79-129D-4FDA-9AF6-37BD9E517B97}" type="pres">
      <dgm:prSet presAssocID="{D83112D9-B9FD-4B3E-A231-596CC36E3372}" presName="space" presStyleCnt="0"/>
      <dgm:spPr/>
    </dgm:pt>
    <dgm:pt modelId="{38BD1DF1-424C-4A50-B0D6-933D8F39B055}" type="pres">
      <dgm:prSet presAssocID="{D4FC3D13-A9B5-43FD-8BDC-32AD5A21223A}" presName="compositeA" presStyleCnt="0"/>
      <dgm:spPr/>
    </dgm:pt>
    <dgm:pt modelId="{0B934A1D-B31C-4700-B49D-F760AF250422}" type="pres">
      <dgm:prSet presAssocID="{D4FC3D13-A9B5-43FD-8BDC-32AD5A21223A}" presName="textA" presStyleLbl="revTx" presStyleIdx="6" presStyleCnt="9">
        <dgm:presLayoutVars>
          <dgm:bulletEnabled val="1"/>
        </dgm:presLayoutVars>
      </dgm:prSet>
      <dgm:spPr/>
    </dgm:pt>
    <dgm:pt modelId="{06C9C31A-D806-48B9-B9DF-9D9DDEF5AC8B}" type="pres">
      <dgm:prSet presAssocID="{D4FC3D13-A9B5-43FD-8BDC-32AD5A21223A}" presName="circleA" presStyleLbl="node1" presStyleIdx="6" presStyleCnt="9"/>
      <dgm:spPr/>
    </dgm:pt>
    <dgm:pt modelId="{953612C6-8FED-44C0-99B5-A91A3FAF64D9}" type="pres">
      <dgm:prSet presAssocID="{D4FC3D13-A9B5-43FD-8BDC-32AD5A21223A}" presName="spaceA" presStyleCnt="0"/>
      <dgm:spPr/>
    </dgm:pt>
    <dgm:pt modelId="{CFED3320-B0D9-44E8-9131-161A7D33E48C}" type="pres">
      <dgm:prSet presAssocID="{FE562428-57E4-455A-B593-6F46320CC059}" presName="space" presStyleCnt="0"/>
      <dgm:spPr/>
    </dgm:pt>
    <dgm:pt modelId="{809E04DB-7F73-40AE-90C0-8AAF1B4B7A31}" type="pres">
      <dgm:prSet presAssocID="{2AC67526-5AE6-443A-AB52-D00DAFB78B31}" presName="compositeB" presStyleCnt="0"/>
      <dgm:spPr/>
    </dgm:pt>
    <dgm:pt modelId="{7595965C-FE44-4232-BE95-0F598C9E499A}" type="pres">
      <dgm:prSet presAssocID="{2AC67526-5AE6-443A-AB52-D00DAFB78B31}" presName="textB" presStyleLbl="revTx" presStyleIdx="7" presStyleCnt="9" custScaleX="120307">
        <dgm:presLayoutVars>
          <dgm:bulletEnabled val="1"/>
        </dgm:presLayoutVars>
      </dgm:prSet>
      <dgm:spPr/>
    </dgm:pt>
    <dgm:pt modelId="{D36AA2B9-65F2-4BD4-8B91-7A1232933294}" type="pres">
      <dgm:prSet presAssocID="{2AC67526-5AE6-443A-AB52-D00DAFB78B31}" presName="circleB" presStyleLbl="node1" presStyleIdx="7" presStyleCnt="9"/>
      <dgm:spPr/>
    </dgm:pt>
    <dgm:pt modelId="{423EC37B-71B8-47A3-8CD9-271CF1E1FEDA}" type="pres">
      <dgm:prSet presAssocID="{2AC67526-5AE6-443A-AB52-D00DAFB78B31}" presName="spaceB" presStyleCnt="0"/>
      <dgm:spPr/>
    </dgm:pt>
    <dgm:pt modelId="{18013DBA-F4FD-4ED0-A7B8-720323C95297}" type="pres">
      <dgm:prSet presAssocID="{9E6226FA-3EF7-4E85-A6FB-82A7595F1298}" presName="space" presStyleCnt="0"/>
      <dgm:spPr/>
    </dgm:pt>
    <dgm:pt modelId="{7B16C16A-D480-421D-8D7A-5455E7B29CE4}" type="pres">
      <dgm:prSet presAssocID="{ACB5C9D4-05EF-4BD9-B94F-8B792159FA04}" presName="compositeA" presStyleCnt="0"/>
      <dgm:spPr/>
    </dgm:pt>
    <dgm:pt modelId="{BB693082-E2E0-4FB8-8706-2B49A978B5EA}" type="pres">
      <dgm:prSet presAssocID="{ACB5C9D4-05EF-4BD9-B94F-8B792159FA04}" presName="textA" presStyleLbl="revTx" presStyleIdx="8" presStyleCnt="9" custScaleX="164948">
        <dgm:presLayoutVars>
          <dgm:bulletEnabled val="1"/>
        </dgm:presLayoutVars>
      </dgm:prSet>
      <dgm:spPr/>
    </dgm:pt>
    <dgm:pt modelId="{034F37AF-4F05-48E0-AF40-AFFD1C473DD3}" type="pres">
      <dgm:prSet presAssocID="{ACB5C9D4-05EF-4BD9-B94F-8B792159FA04}" presName="circleA" presStyleLbl="node1" presStyleIdx="8" presStyleCnt="9"/>
      <dgm:spPr/>
    </dgm:pt>
    <dgm:pt modelId="{CFA7C971-F2A8-4CC2-B7B2-CE079BADFB36}" type="pres">
      <dgm:prSet presAssocID="{ACB5C9D4-05EF-4BD9-B94F-8B792159FA04}" presName="spaceA" presStyleCnt="0"/>
      <dgm:spPr/>
    </dgm:pt>
  </dgm:ptLst>
  <dgm:cxnLst>
    <dgm:cxn modelId="{589A9C11-E192-471A-A217-7384935D7A47}" type="presOf" srcId="{ACB5C9D4-05EF-4BD9-B94F-8B792159FA04}" destId="{BB693082-E2E0-4FB8-8706-2B49A978B5EA}" srcOrd="0" destOrd="0" presId="urn:microsoft.com/office/officeart/2005/8/layout/hProcess11"/>
    <dgm:cxn modelId="{2A466B14-3B7C-49C6-9EA7-B23B72F933FC}" type="presOf" srcId="{7D90A4FB-502E-4095-AB07-7886A24A5804}" destId="{FA959280-0739-4C57-8D1B-EDDBCCC6CC38}" srcOrd="0" destOrd="0" presId="urn:microsoft.com/office/officeart/2005/8/layout/hProcess11"/>
    <dgm:cxn modelId="{7B73A72A-8C4C-4C83-AC70-7DFDB6A49439}" srcId="{7D90A4FB-502E-4095-AB07-7886A24A5804}" destId="{265629BF-B9B9-49F6-8266-1F6736A0AF49}" srcOrd="0" destOrd="0" parTransId="{338258A8-CE50-4CF9-A42D-20D07382442A}" sibTransId="{46D3D7B0-FC9A-447F-9B15-99DEB88EFF4B}"/>
    <dgm:cxn modelId="{BBC43B34-250A-4D9C-85DB-EF9B46C75449}" srcId="{7D90A4FB-502E-4095-AB07-7886A24A5804}" destId="{5AC2CAA0-571D-4193-9C3F-B6E97E3B1870}" srcOrd="3" destOrd="0" parTransId="{45B21780-7116-44BF-BDF2-8B88E6E46E28}" sibTransId="{6566EA1A-CF01-4137-8010-59CB9DE4C726}"/>
    <dgm:cxn modelId="{336A9461-2E1A-447B-95D9-0435A96797AE}" type="presOf" srcId="{2AC67526-5AE6-443A-AB52-D00DAFB78B31}" destId="{7595965C-FE44-4232-BE95-0F598C9E499A}" srcOrd="0" destOrd="0" presId="urn:microsoft.com/office/officeart/2005/8/layout/hProcess11"/>
    <dgm:cxn modelId="{19324F6C-14FB-48AD-A80E-1BFD1D72FEF9}" srcId="{7D90A4FB-502E-4095-AB07-7886A24A5804}" destId="{7BCB7335-339C-4EE0-ADA1-682416A1CA16}" srcOrd="2" destOrd="0" parTransId="{F2A64CB6-54E4-4964-925B-D0B8A42BDEE1}" sibTransId="{F188520F-75C4-4A28-90BF-F2238FA17582}"/>
    <dgm:cxn modelId="{704A5D6D-54D9-461E-8D67-EA03C28E3433}" type="presOf" srcId="{D4FC3D13-A9B5-43FD-8BDC-32AD5A21223A}" destId="{0B934A1D-B31C-4700-B49D-F760AF250422}" srcOrd="0" destOrd="0" presId="urn:microsoft.com/office/officeart/2005/8/layout/hProcess11"/>
    <dgm:cxn modelId="{98EEE175-8384-4997-9CD1-2E371B453E05}" type="presOf" srcId="{052AA499-344C-471A-817C-875D884DF9A4}" destId="{FD4F3981-A8F0-4471-9E13-D88140C2A393}" srcOrd="0" destOrd="0" presId="urn:microsoft.com/office/officeart/2005/8/layout/hProcess11"/>
    <dgm:cxn modelId="{F5873F59-F9E9-401A-A853-F4F6D72B6B82}" srcId="{7D90A4FB-502E-4095-AB07-7886A24A5804}" destId="{052AA499-344C-471A-817C-875D884DF9A4}" srcOrd="4" destOrd="0" parTransId="{AF7CB217-AA7C-4743-8269-0C8849ABD05F}" sibTransId="{5245CBAE-0D4B-46CB-B13B-8FAD5A3A81EF}"/>
    <dgm:cxn modelId="{B7C9017E-F3FC-4795-A3DC-1D807C5CF3AF}" srcId="{7D90A4FB-502E-4095-AB07-7886A24A5804}" destId="{1C91FAE7-4BC0-44B9-A106-1280D40C543F}" srcOrd="5" destOrd="0" parTransId="{CCCB7B59-8847-48BB-A5ED-26F2C5AA6541}" sibTransId="{D83112D9-B9FD-4B3E-A231-596CC36E3372}"/>
    <dgm:cxn modelId="{9904B385-DA8F-437F-B0B5-990DADD47947}" type="presOf" srcId="{1C91FAE7-4BC0-44B9-A106-1280D40C543F}" destId="{F388DE4E-5785-4B13-8652-F3F92024BB30}" srcOrd="0" destOrd="0" presId="urn:microsoft.com/office/officeart/2005/8/layout/hProcess11"/>
    <dgm:cxn modelId="{7AAFDD89-5221-4970-8D3E-01145AA93A0E}" type="presOf" srcId="{5AC2CAA0-571D-4193-9C3F-B6E97E3B1870}" destId="{F4085ACD-5786-41B3-919D-C38FB65CCC95}" srcOrd="0" destOrd="0" presId="urn:microsoft.com/office/officeart/2005/8/layout/hProcess11"/>
    <dgm:cxn modelId="{D9F4068C-31EC-46AD-A418-74E5FD5D0C5C}" type="presOf" srcId="{49AC8FEF-0913-4EF9-B565-6E65A703722E}" destId="{FA41CF90-987B-4B2F-B0C0-0180C1FE4658}" srcOrd="0" destOrd="0" presId="urn:microsoft.com/office/officeart/2005/8/layout/hProcess11"/>
    <dgm:cxn modelId="{C6F1ED92-9303-42F4-869E-72A434971F89}" srcId="{7D90A4FB-502E-4095-AB07-7886A24A5804}" destId="{D4FC3D13-A9B5-43FD-8BDC-32AD5A21223A}" srcOrd="6" destOrd="0" parTransId="{BC279119-C14C-4DE1-895B-8775BFDF47EB}" sibTransId="{FE562428-57E4-455A-B593-6F46320CC059}"/>
    <dgm:cxn modelId="{64B70E96-7C92-4D0B-9EC3-EFBFB88238E6}" srcId="{7D90A4FB-502E-4095-AB07-7886A24A5804}" destId="{ACB5C9D4-05EF-4BD9-B94F-8B792159FA04}" srcOrd="8" destOrd="0" parTransId="{2F42C034-DCA9-4066-82BF-C02384793C5D}" sibTransId="{F95D07F2-86DD-47ED-871C-53171A5CB280}"/>
    <dgm:cxn modelId="{A80420DA-07DF-4648-AA6C-2A76B1F9D21C}" type="presOf" srcId="{265629BF-B9B9-49F6-8266-1F6736A0AF49}" destId="{D4C0AF6D-D468-4FBC-A780-219EE1C02AC5}" srcOrd="0" destOrd="0" presId="urn:microsoft.com/office/officeart/2005/8/layout/hProcess11"/>
    <dgm:cxn modelId="{027B2FDA-FAB7-463F-ACCE-300668912516}" srcId="{7D90A4FB-502E-4095-AB07-7886A24A5804}" destId="{2AC67526-5AE6-443A-AB52-D00DAFB78B31}" srcOrd="7" destOrd="0" parTransId="{E4C442B4-5DEF-414D-8D54-3DE545AE797D}" sibTransId="{9E6226FA-3EF7-4E85-A6FB-82A7595F1298}"/>
    <dgm:cxn modelId="{821515F5-6ADD-4867-B88C-F52DB04BAAF8}" type="presOf" srcId="{7BCB7335-339C-4EE0-ADA1-682416A1CA16}" destId="{4E2D13DC-DDD3-40C5-A19B-5FDC6EE41A7F}" srcOrd="0" destOrd="0" presId="urn:microsoft.com/office/officeart/2005/8/layout/hProcess11"/>
    <dgm:cxn modelId="{879E9CF9-48B7-451C-A7B7-BC79812B2A9D}" srcId="{7D90A4FB-502E-4095-AB07-7886A24A5804}" destId="{49AC8FEF-0913-4EF9-B565-6E65A703722E}" srcOrd="1" destOrd="0" parTransId="{0C5E31F3-D94C-4B6E-973D-30FDA59A31E3}" sibTransId="{78F7DA23-CE1C-41C8-AB62-F0CEC834D77E}"/>
    <dgm:cxn modelId="{888A6E35-4011-410E-844A-45483D46B7F0}" type="presParOf" srcId="{FA959280-0739-4C57-8D1B-EDDBCCC6CC38}" destId="{EA42DC6E-3729-47FC-BA72-23BCEAC80376}" srcOrd="0" destOrd="0" presId="urn:microsoft.com/office/officeart/2005/8/layout/hProcess11"/>
    <dgm:cxn modelId="{B6F27AFB-EF09-4A81-B9C4-EE32AD69EA49}" type="presParOf" srcId="{FA959280-0739-4C57-8D1B-EDDBCCC6CC38}" destId="{67C25DB3-59B8-43EE-96F8-A6B635A0463A}" srcOrd="1" destOrd="0" presId="urn:microsoft.com/office/officeart/2005/8/layout/hProcess11"/>
    <dgm:cxn modelId="{18ABC04D-8E8D-4A12-9EDD-DADC76A861F0}" type="presParOf" srcId="{67C25DB3-59B8-43EE-96F8-A6B635A0463A}" destId="{862F8CA3-EE3F-43C5-A651-304DA3960F58}" srcOrd="0" destOrd="0" presId="urn:microsoft.com/office/officeart/2005/8/layout/hProcess11"/>
    <dgm:cxn modelId="{B5CC30C4-347F-4634-8DA3-A3876DB615FE}" type="presParOf" srcId="{862F8CA3-EE3F-43C5-A651-304DA3960F58}" destId="{D4C0AF6D-D468-4FBC-A780-219EE1C02AC5}" srcOrd="0" destOrd="0" presId="urn:microsoft.com/office/officeart/2005/8/layout/hProcess11"/>
    <dgm:cxn modelId="{9BB8A96C-CF9B-47D3-87D5-D5C14E34210A}" type="presParOf" srcId="{862F8CA3-EE3F-43C5-A651-304DA3960F58}" destId="{2D10A39D-54A6-447B-B679-72C5F88D7AB8}" srcOrd="1" destOrd="0" presId="urn:microsoft.com/office/officeart/2005/8/layout/hProcess11"/>
    <dgm:cxn modelId="{F4935656-BE79-419E-9CA1-9B47470CE1CB}" type="presParOf" srcId="{862F8CA3-EE3F-43C5-A651-304DA3960F58}" destId="{407BEF36-2F95-48BD-BCE8-31300AABFA83}" srcOrd="2" destOrd="0" presId="urn:microsoft.com/office/officeart/2005/8/layout/hProcess11"/>
    <dgm:cxn modelId="{45A2B826-6D0E-4D6D-BA26-28B5829ED318}" type="presParOf" srcId="{67C25DB3-59B8-43EE-96F8-A6B635A0463A}" destId="{7C6281F6-EF1A-44C2-ADCE-18FBF012688D}" srcOrd="1" destOrd="0" presId="urn:microsoft.com/office/officeart/2005/8/layout/hProcess11"/>
    <dgm:cxn modelId="{8F4EC322-3777-46A5-ADB8-374DA3BA97B1}" type="presParOf" srcId="{67C25DB3-59B8-43EE-96F8-A6B635A0463A}" destId="{8DE6934D-4005-4614-9C04-7A46BB4A7A88}" srcOrd="2" destOrd="0" presId="urn:microsoft.com/office/officeart/2005/8/layout/hProcess11"/>
    <dgm:cxn modelId="{68B09D87-DF78-4E21-B754-34E31103B9B0}" type="presParOf" srcId="{8DE6934D-4005-4614-9C04-7A46BB4A7A88}" destId="{FA41CF90-987B-4B2F-B0C0-0180C1FE4658}" srcOrd="0" destOrd="0" presId="urn:microsoft.com/office/officeart/2005/8/layout/hProcess11"/>
    <dgm:cxn modelId="{2C8F11CD-C2DA-4E05-ABCE-D14A0347CAF9}" type="presParOf" srcId="{8DE6934D-4005-4614-9C04-7A46BB4A7A88}" destId="{4801C7F3-C012-4207-8347-23FA3835AB50}" srcOrd="1" destOrd="0" presId="urn:microsoft.com/office/officeart/2005/8/layout/hProcess11"/>
    <dgm:cxn modelId="{45979AA2-ADF3-465B-8C6F-554D238E07C6}" type="presParOf" srcId="{8DE6934D-4005-4614-9C04-7A46BB4A7A88}" destId="{D64AD0AB-090E-4E0C-BF58-DE2EAAEFFE53}" srcOrd="2" destOrd="0" presId="urn:microsoft.com/office/officeart/2005/8/layout/hProcess11"/>
    <dgm:cxn modelId="{90E29755-8E5F-4BAB-9826-4F19527031FB}" type="presParOf" srcId="{67C25DB3-59B8-43EE-96F8-A6B635A0463A}" destId="{A83C80E0-C071-4851-9622-BDFFB529D0A7}" srcOrd="3" destOrd="0" presId="urn:microsoft.com/office/officeart/2005/8/layout/hProcess11"/>
    <dgm:cxn modelId="{D228973A-E2D9-4E22-A901-6D4482CD81A0}" type="presParOf" srcId="{67C25DB3-59B8-43EE-96F8-A6B635A0463A}" destId="{A17D52E7-F3D8-4A10-9FFC-D7B860DF5DBB}" srcOrd="4" destOrd="0" presId="urn:microsoft.com/office/officeart/2005/8/layout/hProcess11"/>
    <dgm:cxn modelId="{042AA675-3F42-49D9-8899-B2E699C61719}" type="presParOf" srcId="{A17D52E7-F3D8-4A10-9FFC-D7B860DF5DBB}" destId="{4E2D13DC-DDD3-40C5-A19B-5FDC6EE41A7F}" srcOrd="0" destOrd="0" presId="urn:microsoft.com/office/officeart/2005/8/layout/hProcess11"/>
    <dgm:cxn modelId="{2A373174-0779-49B7-9EC3-5B60E481803D}" type="presParOf" srcId="{A17D52E7-F3D8-4A10-9FFC-D7B860DF5DBB}" destId="{0E39C646-1006-4056-BC70-EEDC6F867CEF}" srcOrd="1" destOrd="0" presId="urn:microsoft.com/office/officeart/2005/8/layout/hProcess11"/>
    <dgm:cxn modelId="{4C23EA70-9BEA-46D4-9347-7E959A83BC4D}" type="presParOf" srcId="{A17D52E7-F3D8-4A10-9FFC-D7B860DF5DBB}" destId="{1951E839-9534-4456-A313-8F79C78A1915}" srcOrd="2" destOrd="0" presId="urn:microsoft.com/office/officeart/2005/8/layout/hProcess11"/>
    <dgm:cxn modelId="{91CCBE37-C599-486E-B6A3-735AB43BFC0D}" type="presParOf" srcId="{67C25DB3-59B8-43EE-96F8-A6B635A0463A}" destId="{2514FDD0-A9FC-4961-9BF7-744C3BABA949}" srcOrd="5" destOrd="0" presId="urn:microsoft.com/office/officeart/2005/8/layout/hProcess11"/>
    <dgm:cxn modelId="{60885A74-61FB-4072-9931-B26DE7CE410B}" type="presParOf" srcId="{67C25DB3-59B8-43EE-96F8-A6B635A0463A}" destId="{64A5E592-D706-4D09-8922-AE98BF04EEFB}" srcOrd="6" destOrd="0" presId="urn:microsoft.com/office/officeart/2005/8/layout/hProcess11"/>
    <dgm:cxn modelId="{BDDD02F4-9F1B-41DD-ACF6-829E26D5D882}" type="presParOf" srcId="{64A5E592-D706-4D09-8922-AE98BF04EEFB}" destId="{F4085ACD-5786-41B3-919D-C38FB65CCC95}" srcOrd="0" destOrd="0" presId="urn:microsoft.com/office/officeart/2005/8/layout/hProcess11"/>
    <dgm:cxn modelId="{08337F81-2F57-41FA-ABDF-AA56F26ED939}" type="presParOf" srcId="{64A5E592-D706-4D09-8922-AE98BF04EEFB}" destId="{FA45DAE2-1C44-48E8-8249-82D947D3562C}" srcOrd="1" destOrd="0" presId="urn:microsoft.com/office/officeart/2005/8/layout/hProcess11"/>
    <dgm:cxn modelId="{4342F44D-FAFA-4E93-9581-0DAFBBFF3893}" type="presParOf" srcId="{64A5E592-D706-4D09-8922-AE98BF04EEFB}" destId="{F846E5FF-D54C-49BD-82E2-3FDAA34AE74B}" srcOrd="2" destOrd="0" presId="urn:microsoft.com/office/officeart/2005/8/layout/hProcess11"/>
    <dgm:cxn modelId="{C2AEE24A-BAD9-48B0-85D4-F714CAB70840}" type="presParOf" srcId="{67C25DB3-59B8-43EE-96F8-A6B635A0463A}" destId="{14A2BC4C-897C-43F8-9542-3EEB6CC092F3}" srcOrd="7" destOrd="0" presId="urn:microsoft.com/office/officeart/2005/8/layout/hProcess11"/>
    <dgm:cxn modelId="{01FD767B-9955-4D40-967B-7458D6187042}" type="presParOf" srcId="{67C25DB3-59B8-43EE-96F8-A6B635A0463A}" destId="{A15D4938-57BB-4735-866F-64CDC8A518E8}" srcOrd="8" destOrd="0" presId="urn:microsoft.com/office/officeart/2005/8/layout/hProcess11"/>
    <dgm:cxn modelId="{E7533C76-4CFE-4DDB-B64F-8C7C3413356B}" type="presParOf" srcId="{A15D4938-57BB-4735-866F-64CDC8A518E8}" destId="{FD4F3981-A8F0-4471-9E13-D88140C2A393}" srcOrd="0" destOrd="0" presId="urn:microsoft.com/office/officeart/2005/8/layout/hProcess11"/>
    <dgm:cxn modelId="{32A015ED-9F6B-4A91-BF74-E85A1110F848}" type="presParOf" srcId="{A15D4938-57BB-4735-866F-64CDC8A518E8}" destId="{DD276DF6-6B05-4A71-895F-4A9DDF52B5A3}" srcOrd="1" destOrd="0" presId="urn:microsoft.com/office/officeart/2005/8/layout/hProcess11"/>
    <dgm:cxn modelId="{3DDB8183-853C-494C-ACEB-CB077CDF5860}" type="presParOf" srcId="{A15D4938-57BB-4735-866F-64CDC8A518E8}" destId="{30A719E3-340B-4D18-9514-8257881C9699}" srcOrd="2" destOrd="0" presId="urn:microsoft.com/office/officeart/2005/8/layout/hProcess11"/>
    <dgm:cxn modelId="{9258EB0E-0DE4-4C84-9BEA-9DE22EE80B8A}" type="presParOf" srcId="{67C25DB3-59B8-43EE-96F8-A6B635A0463A}" destId="{38AAF2C6-0EA1-4B70-B161-730494CB6C00}" srcOrd="9" destOrd="0" presId="urn:microsoft.com/office/officeart/2005/8/layout/hProcess11"/>
    <dgm:cxn modelId="{3E77D11A-8D30-47E7-8618-98ECC312F2EA}" type="presParOf" srcId="{67C25DB3-59B8-43EE-96F8-A6B635A0463A}" destId="{C71CA493-1373-4DEC-AC2B-BD2638CA5A59}" srcOrd="10" destOrd="0" presId="urn:microsoft.com/office/officeart/2005/8/layout/hProcess11"/>
    <dgm:cxn modelId="{BB73F63E-3686-41F9-85FF-E99EBE65D46C}" type="presParOf" srcId="{C71CA493-1373-4DEC-AC2B-BD2638CA5A59}" destId="{F388DE4E-5785-4B13-8652-F3F92024BB30}" srcOrd="0" destOrd="0" presId="urn:microsoft.com/office/officeart/2005/8/layout/hProcess11"/>
    <dgm:cxn modelId="{B0E9B085-606E-407B-A1ED-FD6982924893}" type="presParOf" srcId="{C71CA493-1373-4DEC-AC2B-BD2638CA5A59}" destId="{A12DEC78-0187-4D62-8526-1E0FDEBCCCF0}" srcOrd="1" destOrd="0" presId="urn:microsoft.com/office/officeart/2005/8/layout/hProcess11"/>
    <dgm:cxn modelId="{7E6C6A07-325F-4A18-AAA7-62375DF357D8}" type="presParOf" srcId="{C71CA493-1373-4DEC-AC2B-BD2638CA5A59}" destId="{25489919-B51F-4CDB-B23F-881B565B5CAE}" srcOrd="2" destOrd="0" presId="urn:microsoft.com/office/officeart/2005/8/layout/hProcess11"/>
    <dgm:cxn modelId="{86373185-88DB-4373-AD6F-CAA0C39CE246}" type="presParOf" srcId="{67C25DB3-59B8-43EE-96F8-A6B635A0463A}" destId="{019B7A79-129D-4FDA-9AF6-37BD9E517B97}" srcOrd="11" destOrd="0" presId="urn:microsoft.com/office/officeart/2005/8/layout/hProcess11"/>
    <dgm:cxn modelId="{CEB29947-2F60-4825-A6A4-6DCAC4E357AC}" type="presParOf" srcId="{67C25DB3-59B8-43EE-96F8-A6B635A0463A}" destId="{38BD1DF1-424C-4A50-B0D6-933D8F39B055}" srcOrd="12" destOrd="0" presId="urn:microsoft.com/office/officeart/2005/8/layout/hProcess11"/>
    <dgm:cxn modelId="{3B8E8F13-6F44-4794-9B65-5E0362928245}" type="presParOf" srcId="{38BD1DF1-424C-4A50-B0D6-933D8F39B055}" destId="{0B934A1D-B31C-4700-B49D-F760AF250422}" srcOrd="0" destOrd="0" presId="urn:microsoft.com/office/officeart/2005/8/layout/hProcess11"/>
    <dgm:cxn modelId="{1B63CCAD-A682-440A-821D-EE7F11B3A0D0}" type="presParOf" srcId="{38BD1DF1-424C-4A50-B0D6-933D8F39B055}" destId="{06C9C31A-D806-48B9-B9DF-9D9DDEF5AC8B}" srcOrd="1" destOrd="0" presId="urn:microsoft.com/office/officeart/2005/8/layout/hProcess11"/>
    <dgm:cxn modelId="{79C6EB30-ADF6-4CA5-9EE0-3339EA6B5A7A}" type="presParOf" srcId="{38BD1DF1-424C-4A50-B0D6-933D8F39B055}" destId="{953612C6-8FED-44C0-99B5-A91A3FAF64D9}" srcOrd="2" destOrd="0" presId="urn:microsoft.com/office/officeart/2005/8/layout/hProcess11"/>
    <dgm:cxn modelId="{6961B482-E08C-43EA-AED5-401C1A9FDB59}" type="presParOf" srcId="{67C25DB3-59B8-43EE-96F8-A6B635A0463A}" destId="{CFED3320-B0D9-44E8-9131-161A7D33E48C}" srcOrd="13" destOrd="0" presId="urn:microsoft.com/office/officeart/2005/8/layout/hProcess11"/>
    <dgm:cxn modelId="{CB7EBC87-6BF2-496F-8F0E-F16719EDFE96}" type="presParOf" srcId="{67C25DB3-59B8-43EE-96F8-A6B635A0463A}" destId="{809E04DB-7F73-40AE-90C0-8AAF1B4B7A31}" srcOrd="14" destOrd="0" presId="urn:microsoft.com/office/officeart/2005/8/layout/hProcess11"/>
    <dgm:cxn modelId="{716C86E5-52BC-4717-93EC-6A9CE235E5D0}" type="presParOf" srcId="{809E04DB-7F73-40AE-90C0-8AAF1B4B7A31}" destId="{7595965C-FE44-4232-BE95-0F598C9E499A}" srcOrd="0" destOrd="0" presId="urn:microsoft.com/office/officeart/2005/8/layout/hProcess11"/>
    <dgm:cxn modelId="{B3221AA6-0615-4A20-A1B3-A4620F116C70}" type="presParOf" srcId="{809E04DB-7F73-40AE-90C0-8AAF1B4B7A31}" destId="{D36AA2B9-65F2-4BD4-8B91-7A1232933294}" srcOrd="1" destOrd="0" presId="urn:microsoft.com/office/officeart/2005/8/layout/hProcess11"/>
    <dgm:cxn modelId="{C2018856-7141-4AF7-9C5B-534643F42860}" type="presParOf" srcId="{809E04DB-7F73-40AE-90C0-8AAF1B4B7A31}" destId="{423EC37B-71B8-47A3-8CD9-271CF1E1FEDA}" srcOrd="2" destOrd="0" presId="urn:microsoft.com/office/officeart/2005/8/layout/hProcess11"/>
    <dgm:cxn modelId="{CE533783-D26E-41A1-B411-E7844B38DE6C}" type="presParOf" srcId="{67C25DB3-59B8-43EE-96F8-A6B635A0463A}" destId="{18013DBA-F4FD-4ED0-A7B8-720323C95297}" srcOrd="15" destOrd="0" presId="urn:microsoft.com/office/officeart/2005/8/layout/hProcess11"/>
    <dgm:cxn modelId="{BDAA747E-7B77-4A71-90B4-156CC94E5091}" type="presParOf" srcId="{67C25DB3-59B8-43EE-96F8-A6B635A0463A}" destId="{7B16C16A-D480-421D-8D7A-5455E7B29CE4}" srcOrd="16" destOrd="0" presId="urn:microsoft.com/office/officeart/2005/8/layout/hProcess11"/>
    <dgm:cxn modelId="{B4A5B353-21E2-4B31-A89C-8EF12085D277}" type="presParOf" srcId="{7B16C16A-D480-421D-8D7A-5455E7B29CE4}" destId="{BB693082-E2E0-4FB8-8706-2B49A978B5EA}" srcOrd="0" destOrd="0" presId="urn:microsoft.com/office/officeart/2005/8/layout/hProcess11"/>
    <dgm:cxn modelId="{697D25B8-7A79-491F-A999-9B1896D51FAC}" type="presParOf" srcId="{7B16C16A-D480-421D-8D7A-5455E7B29CE4}" destId="{034F37AF-4F05-48E0-AF40-AFFD1C473DD3}" srcOrd="1" destOrd="0" presId="urn:microsoft.com/office/officeart/2005/8/layout/hProcess11"/>
    <dgm:cxn modelId="{07B8491F-AC48-495B-AE01-98732D604216}" type="presParOf" srcId="{7B16C16A-D480-421D-8D7A-5455E7B29CE4}" destId="{CFA7C971-F2A8-4CC2-B7B2-CE079BADFB36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D90A4FB-502E-4095-AB07-7886A24A5804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D"/>
        </a:p>
      </dgm:t>
    </dgm:pt>
    <dgm:pt modelId="{265629BF-B9B9-49F6-8266-1F6736A0AF49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Sosialisasi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38258A8-CE50-4CF9-A42D-20D07382442A}" type="parTrans" cxnId="{7B73A72A-8C4C-4C83-AC70-7DFDB6A4943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6D3D7B0-FC9A-447F-9B15-99DEB88EFF4B}" type="sibTrans" cxnId="{7B73A72A-8C4C-4C83-AC70-7DFDB6A4943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9AC8FEF-0913-4EF9-B565-6E65A703722E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Pendaftaran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C5E31F3-D94C-4B6E-973D-30FDA59A31E3}" type="parTrans" cxnId="{879E9CF9-48B7-451C-A7B7-BC79812B2A9D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8F7DA23-CE1C-41C8-AB62-F0CEC834D77E}" type="sibTrans" cxnId="{879E9CF9-48B7-451C-A7B7-BC79812B2A9D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BCB7335-339C-4EE0-ADA1-682416A1CA16}">
      <dgm:prSet custT="1"/>
      <dgm:spPr/>
      <dgm:t>
        <a:bodyPr/>
        <a:lstStyle/>
        <a:p>
          <a:r>
            <a:rPr lang="en-ID" sz="1100" b="1">
              <a:latin typeface="Arial" panose="020B0604020202020204" pitchFamily="34" charset="0"/>
              <a:cs typeface="Arial" panose="020B0604020202020204" pitchFamily="34" charset="0"/>
            </a:rPr>
            <a:t>Technical Meeting</a:t>
          </a:r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2A64CB6-54E4-4964-925B-D0B8A42BDEE1}" type="parTrans" cxnId="{19324F6C-14FB-48AD-A80E-1BFD1D72FEF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188520F-75C4-4A28-90BF-F2238FA17582}" type="sibTrans" cxnId="{19324F6C-14FB-48AD-A80E-1BFD1D72FEF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AC2CAA0-571D-4193-9C3F-B6E97E3B1870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1.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Pengumpulan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Program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Inovasi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5B21780-7116-44BF-BDF2-8B88E6E46E28}" type="parTrans" cxnId="{BBC43B34-250A-4D9C-85DB-EF9B46C7544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566EA1A-CF01-4137-8010-59CB9DE4C726}" type="sibTrans" cxnId="{BBC43B34-250A-4D9C-85DB-EF9B46C7544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52AA499-344C-471A-817C-875D884DF9A4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1. </a:t>
          </a:r>
        </a:p>
        <a:p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Aksi Program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Inovasi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F7CB217-AA7C-4743-8269-0C8849ABD05F}" type="parTrans" cxnId="{F5873F59-F9E9-401A-A853-F4F6D72B6B82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245CBAE-0D4B-46CB-B13B-8FAD5A3A81EF}" type="sibTrans" cxnId="{F5873F59-F9E9-401A-A853-F4F6D72B6B82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C91FAE7-4BC0-44B9-A106-1280D40C543F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1.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Pelaporan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Aksi Program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Inovasi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CCB7B59-8847-48BB-A5ED-26F2C5AA6541}" type="parTrans" cxnId="{B7C9017E-F3FC-4795-A3DC-1D807C5CF3AF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83112D9-B9FD-4B3E-A231-596CC36E3372}" type="sibTrans" cxnId="{B7C9017E-F3FC-4795-A3DC-1D807C5CF3AF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4FC3D13-A9B5-43FD-8BDC-32AD5A21223A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2.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Visitasi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/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Verifikasi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Lapangan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C279119-C14C-4DE1-895B-8775BFDF47EB}" type="parTrans" cxnId="{C6F1ED92-9303-42F4-869E-72A434971F8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E562428-57E4-455A-B593-6F46320CC059}" type="sibTrans" cxnId="{C6F1ED92-9303-42F4-869E-72A434971F8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AC67526-5AE6-443A-AB52-D00DAFB78B31}">
      <dgm:prSet custT="1"/>
      <dgm:spPr/>
      <dgm:t>
        <a:bodyPr/>
        <a:lstStyle/>
        <a:p>
          <a:r>
            <a:rPr lang="it-IT" sz="1100" b="1" dirty="0">
              <a:latin typeface="Arial" panose="020B0604020202020204" pitchFamily="34" charset="0"/>
              <a:cs typeface="Arial" panose="020B0604020202020204" pitchFamily="34" charset="0"/>
            </a:rPr>
            <a:t>Tahap 3. Presentasi dan Wawancara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4C442B4-5DEF-414D-8D54-3DE545AE797D}" type="parTrans" cxnId="{027B2FDA-FAB7-463F-ACCE-300668912516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E6226FA-3EF7-4E85-A6FB-82A7595F1298}" type="sibTrans" cxnId="{027B2FDA-FAB7-463F-ACCE-300668912516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CB5C9D4-05EF-4BD9-B94F-8B792159FA04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Penganugerahan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Tahun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2025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F42C034-DCA9-4066-82BF-C02384793C5D}" type="parTrans" cxnId="{64B70E96-7C92-4D0B-9EC3-EFBFB88238E6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95D07F2-86DD-47ED-871C-53171A5CB280}" type="sibTrans" cxnId="{64B70E96-7C92-4D0B-9EC3-EFBFB88238E6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A959280-0739-4C57-8D1B-EDDBCCC6CC38}" type="pres">
      <dgm:prSet presAssocID="{7D90A4FB-502E-4095-AB07-7886A24A5804}" presName="Name0" presStyleCnt="0">
        <dgm:presLayoutVars>
          <dgm:dir/>
          <dgm:resizeHandles val="exact"/>
        </dgm:presLayoutVars>
      </dgm:prSet>
      <dgm:spPr/>
    </dgm:pt>
    <dgm:pt modelId="{EA42DC6E-3729-47FC-BA72-23BCEAC80376}" type="pres">
      <dgm:prSet presAssocID="{7D90A4FB-502E-4095-AB07-7886A24A5804}" presName="arrow" presStyleLbl="bgShp" presStyleIdx="0" presStyleCnt="1"/>
      <dgm:spPr/>
    </dgm:pt>
    <dgm:pt modelId="{67C25DB3-59B8-43EE-96F8-A6B635A0463A}" type="pres">
      <dgm:prSet presAssocID="{7D90A4FB-502E-4095-AB07-7886A24A5804}" presName="points" presStyleCnt="0"/>
      <dgm:spPr/>
    </dgm:pt>
    <dgm:pt modelId="{862F8CA3-EE3F-43C5-A651-304DA3960F58}" type="pres">
      <dgm:prSet presAssocID="{265629BF-B9B9-49F6-8266-1F6736A0AF49}" presName="compositeA" presStyleCnt="0"/>
      <dgm:spPr/>
    </dgm:pt>
    <dgm:pt modelId="{D4C0AF6D-D468-4FBC-A780-219EE1C02AC5}" type="pres">
      <dgm:prSet presAssocID="{265629BF-B9B9-49F6-8266-1F6736A0AF49}" presName="textA" presStyleLbl="revTx" presStyleIdx="0" presStyleCnt="9">
        <dgm:presLayoutVars>
          <dgm:bulletEnabled val="1"/>
        </dgm:presLayoutVars>
      </dgm:prSet>
      <dgm:spPr/>
    </dgm:pt>
    <dgm:pt modelId="{2D10A39D-54A6-447B-B679-72C5F88D7AB8}" type="pres">
      <dgm:prSet presAssocID="{265629BF-B9B9-49F6-8266-1F6736A0AF49}" presName="circleA" presStyleLbl="node1" presStyleIdx="0" presStyleCnt="9"/>
      <dgm:spPr/>
    </dgm:pt>
    <dgm:pt modelId="{407BEF36-2F95-48BD-BCE8-31300AABFA83}" type="pres">
      <dgm:prSet presAssocID="{265629BF-B9B9-49F6-8266-1F6736A0AF49}" presName="spaceA" presStyleCnt="0"/>
      <dgm:spPr/>
    </dgm:pt>
    <dgm:pt modelId="{7C6281F6-EF1A-44C2-ADCE-18FBF012688D}" type="pres">
      <dgm:prSet presAssocID="{46D3D7B0-FC9A-447F-9B15-99DEB88EFF4B}" presName="space" presStyleCnt="0"/>
      <dgm:spPr/>
    </dgm:pt>
    <dgm:pt modelId="{8DE6934D-4005-4614-9C04-7A46BB4A7A88}" type="pres">
      <dgm:prSet presAssocID="{49AC8FEF-0913-4EF9-B565-6E65A703722E}" presName="compositeB" presStyleCnt="0"/>
      <dgm:spPr/>
    </dgm:pt>
    <dgm:pt modelId="{FA41CF90-987B-4B2F-B0C0-0180C1FE4658}" type="pres">
      <dgm:prSet presAssocID="{49AC8FEF-0913-4EF9-B565-6E65A703722E}" presName="textB" presStyleLbl="revTx" presStyleIdx="1" presStyleCnt="9" custScaleX="129536">
        <dgm:presLayoutVars>
          <dgm:bulletEnabled val="1"/>
        </dgm:presLayoutVars>
      </dgm:prSet>
      <dgm:spPr/>
    </dgm:pt>
    <dgm:pt modelId="{4801C7F3-C012-4207-8347-23FA3835AB50}" type="pres">
      <dgm:prSet presAssocID="{49AC8FEF-0913-4EF9-B565-6E65A703722E}" presName="circleB" presStyleLbl="node1" presStyleIdx="1" presStyleCnt="9"/>
      <dgm:spPr/>
    </dgm:pt>
    <dgm:pt modelId="{D64AD0AB-090E-4E0C-BF58-DE2EAAEFFE53}" type="pres">
      <dgm:prSet presAssocID="{49AC8FEF-0913-4EF9-B565-6E65A703722E}" presName="spaceB" presStyleCnt="0"/>
      <dgm:spPr/>
    </dgm:pt>
    <dgm:pt modelId="{A83C80E0-C071-4851-9622-BDFFB529D0A7}" type="pres">
      <dgm:prSet presAssocID="{78F7DA23-CE1C-41C8-AB62-F0CEC834D77E}" presName="space" presStyleCnt="0"/>
      <dgm:spPr/>
    </dgm:pt>
    <dgm:pt modelId="{A17D52E7-F3D8-4A10-9FFC-D7B860DF5DBB}" type="pres">
      <dgm:prSet presAssocID="{7BCB7335-339C-4EE0-ADA1-682416A1CA16}" presName="compositeA" presStyleCnt="0"/>
      <dgm:spPr/>
    </dgm:pt>
    <dgm:pt modelId="{4E2D13DC-DDD3-40C5-A19B-5FDC6EE41A7F}" type="pres">
      <dgm:prSet presAssocID="{7BCB7335-339C-4EE0-ADA1-682416A1CA16}" presName="textA" presStyleLbl="revTx" presStyleIdx="2" presStyleCnt="9">
        <dgm:presLayoutVars>
          <dgm:bulletEnabled val="1"/>
        </dgm:presLayoutVars>
      </dgm:prSet>
      <dgm:spPr/>
    </dgm:pt>
    <dgm:pt modelId="{0E39C646-1006-4056-BC70-EEDC6F867CEF}" type="pres">
      <dgm:prSet presAssocID="{7BCB7335-339C-4EE0-ADA1-682416A1CA16}" presName="circleA" presStyleLbl="node1" presStyleIdx="2" presStyleCnt="9"/>
      <dgm:spPr/>
    </dgm:pt>
    <dgm:pt modelId="{1951E839-9534-4456-A313-8F79C78A1915}" type="pres">
      <dgm:prSet presAssocID="{7BCB7335-339C-4EE0-ADA1-682416A1CA16}" presName="spaceA" presStyleCnt="0"/>
      <dgm:spPr/>
    </dgm:pt>
    <dgm:pt modelId="{2514FDD0-A9FC-4961-9BF7-744C3BABA949}" type="pres">
      <dgm:prSet presAssocID="{F188520F-75C4-4A28-90BF-F2238FA17582}" presName="space" presStyleCnt="0"/>
      <dgm:spPr/>
    </dgm:pt>
    <dgm:pt modelId="{64A5E592-D706-4D09-8922-AE98BF04EEFB}" type="pres">
      <dgm:prSet presAssocID="{5AC2CAA0-571D-4193-9C3F-B6E97E3B1870}" presName="compositeB" presStyleCnt="0"/>
      <dgm:spPr/>
    </dgm:pt>
    <dgm:pt modelId="{F4085ACD-5786-41B3-919D-C38FB65CCC95}" type="pres">
      <dgm:prSet presAssocID="{5AC2CAA0-571D-4193-9C3F-B6E97E3B1870}" presName="textB" presStyleLbl="revTx" presStyleIdx="3" presStyleCnt="9" custScaleX="128711">
        <dgm:presLayoutVars>
          <dgm:bulletEnabled val="1"/>
        </dgm:presLayoutVars>
      </dgm:prSet>
      <dgm:spPr/>
    </dgm:pt>
    <dgm:pt modelId="{FA45DAE2-1C44-48E8-8249-82D947D3562C}" type="pres">
      <dgm:prSet presAssocID="{5AC2CAA0-571D-4193-9C3F-B6E97E3B1870}" presName="circleB" presStyleLbl="node1" presStyleIdx="3" presStyleCnt="9"/>
      <dgm:spPr/>
    </dgm:pt>
    <dgm:pt modelId="{F846E5FF-D54C-49BD-82E2-3FDAA34AE74B}" type="pres">
      <dgm:prSet presAssocID="{5AC2CAA0-571D-4193-9C3F-B6E97E3B1870}" presName="spaceB" presStyleCnt="0"/>
      <dgm:spPr/>
    </dgm:pt>
    <dgm:pt modelId="{14A2BC4C-897C-43F8-9542-3EEB6CC092F3}" type="pres">
      <dgm:prSet presAssocID="{6566EA1A-CF01-4137-8010-59CB9DE4C726}" presName="space" presStyleCnt="0"/>
      <dgm:spPr/>
    </dgm:pt>
    <dgm:pt modelId="{A15D4938-57BB-4735-866F-64CDC8A518E8}" type="pres">
      <dgm:prSet presAssocID="{052AA499-344C-471A-817C-875D884DF9A4}" presName="compositeA" presStyleCnt="0"/>
      <dgm:spPr/>
    </dgm:pt>
    <dgm:pt modelId="{FD4F3981-A8F0-4471-9E13-D88140C2A393}" type="pres">
      <dgm:prSet presAssocID="{052AA499-344C-471A-817C-875D884DF9A4}" presName="textA" presStyleLbl="revTx" presStyleIdx="4" presStyleCnt="9" custScaleX="123269">
        <dgm:presLayoutVars>
          <dgm:bulletEnabled val="1"/>
        </dgm:presLayoutVars>
      </dgm:prSet>
      <dgm:spPr/>
    </dgm:pt>
    <dgm:pt modelId="{DD276DF6-6B05-4A71-895F-4A9DDF52B5A3}" type="pres">
      <dgm:prSet presAssocID="{052AA499-344C-471A-817C-875D884DF9A4}" presName="circleA" presStyleLbl="node1" presStyleIdx="4" presStyleCnt="9"/>
      <dgm:spPr/>
    </dgm:pt>
    <dgm:pt modelId="{30A719E3-340B-4D18-9514-8257881C9699}" type="pres">
      <dgm:prSet presAssocID="{052AA499-344C-471A-817C-875D884DF9A4}" presName="spaceA" presStyleCnt="0"/>
      <dgm:spPr/>
    </dgm:pt>
    <dgm:pt modelId="{38AAF2C6-0EA1-4B70-B161-730494CB6C00}" type="pres">
      <dgm:prSet presAssocID="{5245CBAE-0D4B-46CB-B13B-8FAD5A3A81EF}" presName="space" presStyleCnt="0"/>
      <dgm:spPr/>
    </dgm:pt>
    <dgm:pt modelId="{C71CA493-1373-4DEC-AC2B-BD2638CA5A59}" type="pres">
      <dgm:prSet presAssocID="{1C91FAE7-4BC0-44B9-A106-1280D40C543F}" presName="compositeB" presStyleCnt="0"/>
      <dgm:spPr/>
    </dgm:pt>
    <dgm:pt modelId="{F388DE4E-5785-4B13-8652-F3F92024BB30}" type="pres">
      <dgm:prSet presAssocID="{1C91FAE7-4BC0-44B9-A106-1280D40C543F}" presName="textB" presStyleLbl="revTx" presStyleIdx="5" presStyleCnt="9" custScaleX="120380">
        <dgm:presLayoutVars>
          <dgm:bulletEnabled val="1"/>
        </dgm:presLayoutVars>
      </dgm:prSet>
      <dgm:spPr/>
    </dgm:pt>
    <dgm:pt modelId="{A12DEC78-0187-4D62-8526-1E0FDEBCCCF0}" type="pres">
      <dgm:prSet presAssocID="{1C91FAE7-4BC0-44B9-A106-1280D40C543F}" presName="circleB" presStyleLbl="node1" presStyleIdx="5" presStyleCnt="9"/>
      <dgm:spPr/>
    </dgm:pt>
    <dgm:pt modelId="{25489919-B51F-4CDB-B23F-881B565B5CAE}" type="pres">
      <dgm:prSet presAssocID="{1C91FAE7-4BC0-44B9-A106-1280D40C543F}" presName="spaceB" presStyleCnt="0"/>
      <dgm:spPr/>
    </dgm:pt>
    <dgm:pt modelId="{019B7A79-129D-4FDA-9AF6-37BD9E517B97}" type="pres">
      <dgm:prSet presAssocID="{D83112D9-B9FD-4B3E-A231-596CC36E3372}" presName="space" presStyleCnt="0"/>
      <dgm:spPr/>
    </dgm:pt>
    <dgm:pt modelId="{38BD1DF1-424C-4A50-B0D6-933D8F39B055}" type="pres">
      <dgm:prSet presAssocID="{D4FC3D13-A9B5-43FD-8BDC-32AD5A21223A}" presName="compositeA" presStyleCnt="0"/>
      <dgm:spPr/>
    </dgm:pt>
    <dgm:pt modelId="{0B934A1D-B31C-4700-B49D-F760AF250422}" type="pres">
      <dgm:prSet presAssocID="{D4FC3D13-A9B5-43FD-8BDC-32AD5A21223A}" presName="textA" presStyleLbl="revTx" presStyleIdx="6" presStyleCnt="9">
        <dgm:presLayoutVars>
          <dgm:bulletEnabled val="1"/>
        </dgm:presLayoutVars>
      </dgm:prSet>
      <dgm:spPr/>
    </dgm:pt>
    <dgm:pt modelId="{06C9C31A-D806-48B9-B9DF-9D9DDEF5AC8B}" type="pres">
      <dgm:prSet presAssocID="{D4FC3D13-A9B5-43FD-8BDC-32AD5A21223A}" presName="circleA" presStyleLbl="node1" presStyleIdx="6" presStyleCnt="9"/>
      <dgm:spPr/>
    </dgm:pt>
    <dgm:pt modelId="{953612C6-8FED-44C0-99B5-A91A3FAF64D9}" type="pres">
      <dgm:prSet presAssocID="{D4FC3D13-A9B5-43FD-8BDC-32AD5A21223A}" presName="spaceA" presStyleCnt="0"/>
      <dgm:spPr/>
    </dgm:pt>
    <dgm:pt modelId="{CFED3320-B0D9-44E8-9131-161A7D33E48C}" type="pres">
      <dgm:prSet presAssocID="{FE562428-57E4-455A-B593-6F46320CC059}" presName="space" presStyleCnt="0"/>
      <dgm:spPr/>
    </dgm:pt>
    <dgm:pt modelId="{809E04DB-7F73-40AE-90C0-8AAF1B4B7A31}" type="pres">
      <dgm:prSet presAssocID="{2AC67526-5AE6-443A-AB52-D00DAFB78B31}" presName="compositeB" presStyleCnt="0"/>
      <dgm:spPr/>
    </dgm:pt>
    <dgm:pt modelId="{7595965C-FE44-4232-BE95-0F598C9E499A}" type="pres">
      <dgm:prSet presAssocID="{2AC67526-5AE6-443A-AB52-D00DAFB78B31}" presName="textB" presStyleLbl="revTx" presStyleIdx="7" presStyleCnt="9" custScaleX="120307">
        <dgm:presLayoutVars>
          <dgm:bulletEnabled val="1"/>
        </dgm:presLayoutVars>
      </dgm:prSet>
      <dgm:spPr/>
    </dgm:pt>
    <dgm:pt modelId="{D36AA2B9-65F2-4BD4-8B91-7A1232933294}" type="pres">
      <dgm:prSet presAssocID="{2AC67526-5AE6-443A-AB52-D00DAFB78B31}" presName="circleB" presStyleLbl="node1" presStyleIdx="7" presStyleCnt="9"/>
      <dgm:spPr/>
    </dgm:pt>
    <dgm:pt modelId="{423EC37B-71B8-47A3-8CD9-271CF1E1FEDA}" type="pres">
      <dgm:prSet presAssocID="{2AC67526-5AE6-443A-AB52-D00DAFB78B31}" presName="spaceB" presStyleCnt="0"/>
      <dgm:spPr/>
    </dgm:pt>
    <dgm:pt modelId="{18013DBA-F4FD-4ED0-A7B8-720323C95297}" type="pres">
      <dgm:prSet presAssocID="{9E6226FA-3EF7-4E85-A6FB-82A7595F1298}" presName="space" presStyleCnt="0"/>
      <dgm:spPr/>
    </dgm:pt>
    <dgm:pt modelId="{7B16C16A-D480-421D-8D7A-5455E7B29CE4}" type="pres">
      <dgm:prSet presAssocID="{ACB5C9D4-05EF-4BD9-B94F-8B792159FA04}" presName="compositeA" presStyleCnt="0"/>
      <dgm:spPr/>
    </dgm:pt>
    <dgm:pt modelId="{BB693082-E2E0-4FB8-8706-2B49A978B5EA}" type="pres">
      <dgm:prSet presAssocID="{ACB5C9D4-05EF-4BD9-B94F-8B792159FA04}" presName="textA" presStyleLbl="revTx" presStyleIdx="8" presStyleCnt="9" custScaleX="164948">
        <dgm:presLayoutVars>
          <dgm:bulletEnabled val="1"/>
        </dgm:presLayoutVars>
      </dgm:prSet>
      <dgm:spPr/>
    </dgm:pt>
    <dgm:pt modelId="{034F37AF-4F05-48E0-AF40-AFFD1C473DD3}" type="pres">
      <dgm:prSet presAssocID="{ACB5C9D4-05EF-4BD9-B94F-8B792159FA04}" presName="circleA" presStyleLbl="node1" presStyleIdx="8" presStyleCnt="9"/>
      <dgm:spPr/>
    </dgm:pt>
    <dgm:pt modelId="{CFA7C971-F2A8-4CC2-B7B2-CE079BADFB36}" type="pres">
      <dgm:prSet presAssocID="{ACB5C9D4-05EF-4BD9-B94F-8B792159FA04}" presName="spaceA" presStyleCnt="0"/>
      <dgm:spPr/>
    </dgm:pt>
  </dgm:ptLst>
  <dgm:cxnLst>
    <dgm:cxn modelId="{589A9C11-E192-471A-A217-7384935D7A47}" type="presOf" srcId="{ACB5C9D4-05EF-4BD9-B94F-8B792159FA04}" destId="{BB693082-E2E0-4FB8-8706-2B49A978B5EA}" srcOrd="0" destOrd="0" presId="urn:microsoft.com/office/officeart/2005/8/layout/hProcess11"/>
    <dgm:cxn modelId="{2A466B14-3B7C-49C6-9EA7-B23B72F933FC}" type="presOf" srcId="{7D90A4FB-502E-4095-AB07-7886A24A5804}" destId="{FA959280-0739-4C57-8D1B-EDDBCCC6CC38}" srcOrd="0" destOrd="0" presId="urn:microsoft.com/office/officeart/2005/8/layout/hProcess11"/>
    <dgm:cxn modelId="{7B73A72A-8C4C-4C83-AC70-7DFDB6A49439}" srcId="{7D90A4FB-502E-4095-AB07-7886A24A5804}" destId="{265629BF-B9B9-49F6-8266-1F6736A0AF49}" srcOrd="0" destOrd="0" parTransId="{338258A8-CE50-4CF9-A42D-20D07382442A}" sibTransId="{46D3D7B0-FC9A-447F-9B15-99DEB88EFF4B}"/>
    <dgm:cxn modelId="{BBC43B34-250A-4D9C-85DB-EF9B46C75449}" srcId="{7D90A4FB-502E-4095-AB07-7886A24A5804}" destId="{5AC2CAA0-571D-4193-9C3F-B6E97E3B1870}" srcOrd="3" destOrd="0" parTransId="{45B21780-7116-44BF-BDF2-8B88E6E46E28}" sibTransId="{6566EA1A-CF01-4137-8010-59CB9DE4C726}"/>
    <dgm:cxn modelId="{336A9461-2E1A-447B-95D9-0435A96797AE}" type="presOf" srcId="{2AC67526-5AE6-443A-AB52-D00DAFB78B31}" destId="{7595965C-FE44-4232-BE95-0F598C9E499A}" srcOrd="0" destOrd="0" presId="urn:microsoft.com/office/officeart/2005/8/layout/hProcess11"/>
    <dgm:cxn modelId="{19324F6C-14FB-48AD-A80E-1BFD1D72FEF9}" srcId="{7D90A4FB-502E-4095-AB07-7886A24A5804}" destId="{7BCB7335-339C-4EE0-ADA1-682416A1CA16}" srcOrd="2" destOrd="0" parTransId="{F2A64CB6-54E4-4964-925B-D0B8A42BDEE1}" sibTransId="{F188520F-75C4-4A28-90BF-F2238FA17582}"/>
    <dgm:cxn modelId="{704A5D6D-54D9-461E-8D67-EA03C28E3433}" type="presOf" srcId="{D4FC3D13-A9B5-43FD-8BDC-32AD5A21223A}" destId="{0B934A1D-B31C-4700-B49D-F760AF250422}" srcOrd="0" destOrd="0" presId="urn:microsoft.com/office/officeart/2005/8/layout/hProcess11"/>
    <dgm:cxn modelId="{98EEE175-8384-4997-9CD1-2E371B453E05}" type="presOf" srcId="{052AA499-344C-471A-817C-875D884DF9A4}" destId="{FD4F3981-A8F0-4471-9E13-D88140C2A393}" srcOrd="0" destOrd="0" presId="urn:microsoft.com/office/officeart/2005/8/layout/hProcess11"/>
    <dgm:cxn modelId="{F5873F59-F9E9-401A-A853-F4F6D72B6B82}" srcId="{7D90A4FB-502E-4095-AB07-7886A24A5804}" destId="{052AA499-344C-471A-817C-875D884DF9A4}" srcOrd="4" destOrd="0" parTransId="{AF7CB217-AA7C-4743-8269-0C8849ABD05F}" sibTransId="{5245CBAE-0D4B-46CB-B13B-8FAD5A3A81EF}"/>
    <dgm:cxn modelId="{B7C9017E-F3FC-4795-A3DC-1D807C5CF3AF}" srcId="{7D90A4FB-502E-4095-AB07-7886A24A5804}" destId="{1C91FAE7-4BC0-44B9-A106-1280D40C543F}" srcOrd="5" destOrd="0" parTransId="{CCCB7B59-8847-48BB-A5ED-26F2C5AA6541}" sibTransId="{D83112D9-B9FD-4B3E-A231-596CC36E3372}"/>
    <dgm:cxn modelId="{9904B385-DA8F-437F-B0B5-990DADD47947}" type="presOf" srcId="{1C91FAE7-4BC0-44B9-A106-1280D40C543F}" destId="{F388DE4E-5785-4B13-8652-F3F92024BB30}" srcOrd="0" destOrd="0" presId="urn:microsoft.com/office/officeart/2005/8/layout/hProcess11"/>
    <dgm:cxn modelId="{7AAFDD89-5221-4970-8D3E-01145AA93A0E}" type="presOf" srcId="{5AC2CAA0-571D-4193-9C3F-B6E97E3B1870}" destId="{F4085ACD-5786-41B3-919D-C38FB65CCC95}" srcOrd="0" destOrd="0" presId="urn:microsoft.com/office/officeart/2005/8/layout/hProcess11"/>
    <dgm:cxn modelId="{D9F4068C-31EC-46AD-A418-74E5FD5D0C5C}" type="presOf" srcId="{49AC8FEF-0913-4EF9-B565-6E65A703722E}" destId="{FA41CF90-987B-4B2F-B0C0-0180C1FE4658}" srcOrd="0" destOrd="0" presId="urn:microsoft.com/office/officeart/2005/8/layout/hProcess11"/>
    <dgm:cxn modelId="{C6F1ED92-9303-42F4-869E-72A434971F89}" srcId="{7D90A4FB-502E-4095-AB07-7886A24A5804}" destId="{D4FC3D13-A9B5-43FD-8BDC-32AD5A21223A}" srcOrd="6" destOrd="0" parTransId="{BC279119-C14C-4DE1-895B-8775BFDF47EB}" sibTransId="{FE562428-57E4-455A-B593-6F46320CC059}"/>
    <dgm:cxn modelId="{64B70E96-7C92-4D0B-9EC3-EFBFB88238E6}" srcId="{7D90A4FB-502E-4095-AB07-7886A24A5804}" destId="{ACB5C9D4-05EF-4BD9-B94F-8B792159FA04}" srcOrd="8" destOrd="0" parTransId="{2F42C034-DCA9-4066-82BF-C02384793C5D}" sibTransId="{F95D07F2-86DD-47ED-871C-53171A5CB280}"/>
    <dgm:cxn modelId="{A80420DA-07DF-4648-AA6C-2A76B1F9D21C}" type="presOf" srcId="{265629BF-B9B9-49F6-8266-1F6736A0AF49}" destId="{D4C0AF6D-D468-4FBC-A780-219EE1C02AC5}" srcOrd="0" destOrd="0" presId="urn:microsoft.com/office/officeart/2005/8/layout/hProcess11"/>
    <dgm:cxn modelId="{027B2FDA-FAB7-463F-ACCE-300668912516}" srcId="{7D90A4FB-502E-4095-AB07-7886A24A5804}" destId="{2AC67526-5AE6-443A-AB52-D00DAFB78B31}" srcOrd="7" destOrd="0" parTransId="{E4C442B4-5DEF-414D-8D54-3DE545AE797D}" sibTransId="{9E6226FA-3EF7-4E85-A6FB-82A7595F1298}"/>
    <dgm:cxn modelId="{821515F5-6ADD-4867-B88C-F52DB04BAAF8}" type="presOf" srcId="{7BCB7335-339C-4EE0-ADA1-682416A1CA16}" destId="{4E2D13DC-DDD3-40C5-A19B-5FDC6EE41A7F}" srcOrd="0" destOrd="0" presId="urn:microsoft.com/office/officeart/2005/8/layout/hProcess11"/>
    <dgm:cxn modelId="{879E9CF9-48B7-451C-A7B7-BC79812B2A9D}" srcId="{7D90A4FB-502E-4095-AB07-7886A24A5804}" destId="{49AC8FEF-0913-4EF9-B565-6E65A703722E}" srcOrd="1" destOrd="0" parTransId="{0C5E31F3-D94C-4B6E-973D-30FDA59A31E3}" sibTransId="{78F7DA23-CE1C-41C8-AB62-F0CEC834D77E}"/>
    <dgm:cxn modelId="{888A6E35-4011-410E-844A-45483D46B7F0}" type="presParOf" srcId="{FA959280-0739-4C57-8D1B-EDDBCCC6CC38}" destId="{EA42DC6E-3729-47FC-BA72-23BCEAC80376}" srcOrd="0" destOrd="0" presId="urn:microsoft.com/office/officeart/2005/8/layout/hProcess11"/>
    <dgm:cxn modelId="{B6F27AFB-EF09-4A81-B9C4-EE32AD69EA49}" type="presParOf" srcId="{FA959280-0739-4C57-8D1B-EDDBCCC6CC38}" destId="{67C25DB3-59B8-43EE-96F8-A6B635A0463A}" srcOrd="1" destOrd="0" presId="urn:microsoft.com/office/officeart/2005/8/layout/hProcess11"/>
    <dgm:cxn modelId="{18ABC04D-8E8D-4A12-9EDD-DADC76A861F0}" type="presParOf" srcId="{67C25DB3-59B8-43EE-96F8-A6B635A0463A}" destId="{862F8CA3-EE3F-43C5-A651-304DA3960F58}" srcOrd="0" destOrd="0" presId="urn:microsoft.com/office/officeart/2005/8/layout/hProcess11"/>
    <dgm:cxn modelId="{B5CC30C4-347F-4634-8DA3-A3876DB615FE}" type="presParOf" srcId="{862F8CA3-EE3F-43C5-A651-304DA3960F58}" destId="{D4C0AF6D-D468-4FBC-A780-219EE1C02AC5}" srcOrd="0" destOrd="0" presId="urn:microsoft.com/office/officeart/2005/8/layout/hProcess11"/>
    <dgm:cxn modelId="{9BB8A96C-CF9B-47D3-87D5-D5C14E34210A}" type="presParOf" srcId="{862F8CA3-EE3F-43C5-A651-304DA3960F58}" destId="{2D10A39D-54A6-447B-B679-72C5F88D7AB8}" srcOrd="1" destOrd="0" presId="urn:microsoft.com/office/officeart/2005/8/layout/hProcess11"/>
    <dgm:cxn modelId="{F4935656-BE79-419E-9CA1-9B47470CE1CB}" type="presParOf" srcId="{862F8CA3-EE3F-43C5-A651-304DA3960F58}" destId="{407BEF36-2F95-48BD-BCE8-31300AABFA83}" srcOrd="2" destOrd="0" presId="urn:microsoft.com/office/officeart/2005/8/layout/hProcess11"/>
    <dgm:cxn modelId="{45A2B826-6D0E-4D6D-BA26-28B5829ED318}" type="presParOf" srcId="{67C25DB3-59B8-43EE-96F8-A6B635A0463A}" destId="{7C6281F6-EF1A-44C2-ADCE-18FBF012688D}" srcOrd="1" destOrd="0" presId="urn:microsoft.com/office/officeart/2005/8/layout/hProcess11"/>
    <dgm:cxn modelId="{8F4EC322-3777-46A5-ADB8-374DA3BA97B1}" type="presParOf" srcId="{67C25DB3-59B8-43EE-96F8-A6B635A0463A}" destId="{8DE6934D-4005-4614-9C04-7A46BB4A7A88}" srcOrd="2" destOrd="0" presId="urn:microsoft.com/office/officeart/2005/8/layout/hProcess11"/>
    <dgm:cxn modelId="{68B09D87-DF78-4E21-B754-34E31103B9B0}" type="presParOf" srcId="{8DE6934D-4005-4614-9C04-7A46BB4A7A88}" destId="{FA41CF90-987B-4B2F-B0C0-0180C1FE4658}" srcOrd="0" destOrd="0" presId="urn:microsoft.com/office/officeart/2005/8/layout/hProcess11"/>
    <dgm:cxn modelId="{2C8F11CD-C2DA-4E05-ABCE-D14A0347CAF9}" type="presParOf" srcId="{8DE6934D-4005-4614-9C04-7A46BB4A7A88}" destId="{4801C7F3-C012-4207-8347-23FA3835AB50}" srcOrd="1" destOrd="0" presId="urn:microsoft.com/office/officeart/2005/8/layout/hProcess11"/>
    <dgm:cxn modelId="{45979AA2-ADF3-465B-8C6F-554D238E07C6}" type="presParOf" srcId="{8DE6934D-4005-4614-9C04-7A46BB4A7A88}" destId="{D64AD0AB-090E-4E0C-BF58-DE2EAAEFFE53}" srcOrd="2" destOrd="0" presId="urn:microsoft.com/office/officeart/2005/8/layout/hProcess11"/>
    <dgm:cxn modelId="{90E29755-8E5F-4BAB-9826-4F19527031FB}" type="presParOf" srcId="{67C25DB3-59B8-43EE-96F8-A6B635A0463A}" destId="{A83C80E0-C071-4851-9622-BDFFB529D0A7}" srcOrd="3" destOrd="0" presId="urn:microsoft.com/office/officeart/2005/8/layout/hProcess11"/>
    <dgm:cxn modelId="{D228973A-E2D9-4E22-A901-6D4482CD81A0}" type="presParOf" srcId="{67C25DB3-59B8-43EE-96F8-A6B635A0463A}" destId="{A17D52E7-F3D8-4A10-9FFC-D7B860DF5DBB}" srcOrd="4" destOrd="0" presId="urn:microsoft.com/office/officeart/2005/8/layout/hProcess11"/>
    <dgm:cxn modelId="{042AA675-3F42-49D9-8899-B2E699C61719}" type="presParOf" srcId="{A17D52E7-F3D8-4A10-9FFC-D7B860DF5DBB}" destId="{4E2D13DC-DDD3-40C5-A19B-5FDC6EE41A7F}" srcOrd="0" destOrd="0" presId="urn:microsoft.com/office/officeart/2005/8/layout/hProcess11"/>
    <dgm:cxn modelId="{2A373174-0779-49B7-9EC3-5B60E481803D}" type="presParOf" srcId="{A17D52E7-F3D8-4A10-9FFC-D7B860DF5DBB}" destId="{0E39C646-1006-4056-BC70-EEDC6F867CEF}" srcOrd="1" destOrd="0" presId="urn:microsoft.com/office/officeart/2005/8/layout/hProcess11"/>
    <dgm:cxn modelId="{4C23EA70-9BEA-46D4-9347-7E959A83BC4D}" type="presParOf" srcId="{A17D52E7-F3D8-4A10-9FFC-D7B860DF5DBB}" destId="{1951E839-9534-4456-A313-8F79C78A1915}" srcOrd="2" destOrd="0" presId="urn:microsoft.com/office/officeart/2005/8/layout/hProcess11"/>
    <dgm:cxn modelId="{91CCBE37-C599-486E-B6A3-735AB43BFC0D}" type="presParOf" srcId="{67C25DB3-59B8-43EE-96F8-A6B635A0463A}" destId="{2514FDD0-A9FC-4961-9BF7-744C3BABA949}" srcOrd="5" destOrd="0" presId="urn:microsoft.com/office/officeart/2005/8/layout/hProcess11"/>
    <dgm:cxn modelId="{60885A74-61FB-4072-9931-B26DE7CE410B}" type="presParOf" srcId="{67C25DB3-59B8-43EE-96F8-A6B635A0463A}" destId="{64A5E592-D706-4D09-8922-AE98BF04EEFB}" srcOrd="6" destOrd="0" presId="urn:microsoft.com/office/officeart/2005/8/layout/hProcess11"/>
    <dgm:cxn modelId="{BDDD02F4-9F1B-41DD-ACF6-829E26D5D882}" type="presParOf" srcId="{64A5E592-D706-4D09-8922-AE98BF04EEFB}" destId="{F4085ACD-5786-41B3-919D-C38FB65CCC95}" srcOrd="0" destOrd="0" presId="urn:microsoft.com/office/officeart/2005/8/layout/hProcess11"/>
    <dgm:cxn modelId="{08337F81-2F57-41FA-ABDF-AA56F26ED939}" type="presParOf" srcId="{64A5E592-D706-4D09-8922-AE98BF04EEFB}" destId="{FA45DAE2-1C44-48E8-8249-82D947D3562C}" srcOrd="1" destOrd="0" presId="urn:microsoft.com/office/officeart/2005/8/layout/hProcess11"/>
    <dgm:cxn modelId="{4342F44D-FAFA-4E93-9581-0DAFBBFF3893}" type="presParOf" srcId="{64A5E592-D706-4D09-8922-AE98BF04EEFB}" destId="{F846E5FF-D54C-49BD-82E2-3FDAA34AE74B}" srcOrd="2" destOrd="0" presId="urn:microsoft.com/office/officeart/2005/8/layout/hProcess11"/>
    <dgm:cxn modelId="{C2AEE24A-BAD9-48B0-85D4-F714CAB70840}" type="presParOf" srcId="{67C25DB3-59B8-43EE-96F8-A6B635A0463A}" destId="{14A2BC4C-897C-43F8-9542-3EEB6CC092F3}" srcOrd="7" destOrd="0" presId="urn:microsoft.com/office/officeart/2005/8/layout/hProcess11"/>
    <dgm:cxn modelId="{01FD767B-9955-4D40-967B-7458D6187042}" type="presParOf" srcId="{67C25DB3-59B8-43EE-96F8-A6B635A0463A}" destId="{A15D4938-57BB-4735-866F-64CDC8A518E8}" srcOrd="8" destOrd="0" presId="urn:microsoft.com/office/officeart/2005/8/layout/hProcess11"/>
    <dgm:cxn modelId="{E7533C76-4CFE-4DDB-B64F-8C7C3413356B}" type="presParOf" srcId="{A15D4938-57BB-4735-866F-64CDC8A518E8}" destId="{FD4F3981-A8F0-4471-9E13-D88140C2A393}" srcOrd="0" destOrd="0" presId="urn:microsoft.com/office/officeart/2005/8/layout/hProcess11"/>
    <dgm:cxn modelId="{32A015ED-9F6B-4A91-BF74-E85A1110F848}" type="presParOf" srcId="{A15D4938-57BB-4735-866F-64CDC8A518E8}" destId="{DD276DF6-6B05-4A71-895F-4A9DDF52B5A3}" srcOrd="1" destOrd="0" presId="urn:microsoft.com/office/officeart/2005/8/layout/hProcess11"/>
    <dgm:cxn modelId="{3DDB8183-853C-494C-ACEB-CB077CDF5860}" type="presParOf" srcId="{A15D4938-57BB-4735-866F-64CDC8A518E8}" destId="{30A719E3-340B-4D18-9514-8257881C9699}" srcOrd="2" destOrd="0" presId="urn:microsoft.com/office/officeart/2005/8/layout/hProcess11"/>
    <dgm:cxn modelId="{9258EB0E-0DE4-4C84-9BEA-9DE22EE80B8A}" type="presParOf" srcId="{67C25DB3-59B8-43EE-96F8-A6B635A0463A}" destId="{38AAF2C6-0EA1-4B70-B161-730494CB6C00}" srcOrd="9" destOrd="0" presId="urn:microsoft.com/office/officeart/2005/8/layout/hProcess11"/>
    <dgm:cxn modelId="{3E77D11A-8D30-47E7-8618-98ECC312F2EA}" type="presParOf" srcId="{67C25DB3-59B8-43EE-96F8-A6B635A0463A}" destId="{C71CA493-1373-4DEC-AC2B-BD2638CA5A59}" srcOrd="10" destOrd="0" presId="urn:microsoft.com/office/officeart/2005/8/layout/hProcess11"/>
    <dgm:cxn modelId="{BB73F63E-3686-41F9-85FF-E99EBE65D46C}" type="presParOf" srcId="{C71CA493-1373-4DEC-AC2B-BD2638CA5A59}" destId="{F388DE4E-5785-4B13-8652-F3F92024BB30}" srcOrd="0" destOrd="0" presId="urn:microsoft.com/office/officeart/2005/8/layout/hProcess11"/>
    <dgm:cxn modelId="{B0E9B085-606E-407B-A1ED-FD6982924893}" type="presParOf" srcId="{C71CA493-1373-4DEC-AC2B-BD2638CA5A59}" destId="{A12DEC78-0187-4D62-8526-1E0FDEBCCCF0}" srcOrd="1" destOrd="0" presId="urn:microsoft.com/office/officeart/2005/8/layout/hProcess11"/>
    <dgm:cxn modelId="{7E6C6A07-325F-4A18-AAA7-62375DF357D8}" type="presParOf" srcId="{C71CA493-1373-4DEC-AC2B-BD2638CA5A59}" destId="{25489919-B51F-4CDB-B23F-881B565B5CAE}" srcOrd="2" destOrd="0" presId="urn:microsoft.com/office/officeart/2005/8/layout/hProcess11"/>
    <dgm:cxn modelId="{86373185-88DB-4373-AD6F-CAA0C39CE246}" type="presParOf" srcId="{67C25DB3-59B8-43EE-96F8-A6B635A0463A}" destId="{019B7A79-129D-4FDA-9AF6-37BD9E517B97}" srcOrd="11" destOrd="0" presId="urn:microsoft.com/office/officeart/2005/8/layout/hProcess11"/>
    <dgm:cxn modelId="{CEB29947-2F60-4825-A6A4-6DCAC4E357AC}" type="presParOf" srcId="{67C25DB3-59B8-43EE-96F8-A6B635A0463A}" destId="{38BD1DF1-424C-4A50-B0D6-933D8F39B055}" srcOrd="12" destOrd="0" presId="urn:microsoft.com/office/officeart/2005/8/layout/hProcess11"/>
    <dgm:cxn modelId="{3B8E8F13-6F44-4794-9B65-5E0362928245}" type="presParOf" srcId="{38BD1DF1-424C-4A50-B0D6-933D8F39B055}" destId="{0B934A1D-B31C-4700-B49D-F760AF250422}" srcOrd="0" destOrd="0" presId="urn:microsoft.com/office/officeart/2005/8/layout/hProcess11"/>
    <dgm:cxn modelId="{1B63CCAD-A682-440A-821D-EE7F11B3A0D0}" type="presParOf" srcId="{38BD1DF1-424C-4A50-B0D6-933D8F39B055}" destId="{06C9C31A-D806-48B9-B9DF-9D9DDEF5AC8B}" srcOrd="1" destOrd="0" presId="urn:microsoft.com/office/officeart/2005/8/layout/hProcess11"/>
    <dgm:cxn modelId="{79C6EB30-ADF6-4CA5-9EE0-3339EA6B5A7A}" type="presParOf" srcId="{38BD1DF1-424C-4A50-B0D6-933D8F39B055}" destId="{953612C6-8FED-44C0-99B5-A91A3FAF64D9}" srcOrd="2" destOrd="0" presId="urn:microsoft.com/office/officeart/2005/8/layout/hProcess11"/>
    <dgm:cxn modelId="{6961B482-E08C-43EA-AED5-401C1A9FDB59}" type="presParOf" srcId="{67C25DB3-59B8-43EE-96F8-A6B635A0463A}" destId="{CFED3320-B0D9-44E8-9131-161A7D33E48C}" srcOrd="13" destOrd="0" presId="urn:microsoft.com/office/officeart/2005/8/layout/hProcess11"/>
    <dgm:cxn modelId="{CB7EBC87-6BF2-496F-8F0E-F16719EDFE96}" type="presParOf" srcId="{67C25DB3-59B8-43EE-96F8-A6B635A0463A}" destId="{809E04DB-7F73-40AE-90C0-8AAF1B4B7A31}" srcOrd="14" destOrd="0" presId="urn:microsoft.com/office/officeart/2005/8/layout/hProcess11"/>
    <dgm:cxn modelId="{716C86E5-52BC-4717-93EC-6A9CE235E5D0}" type="presParOf" srcId="{809E04DB-7F73-40AE-90C0-8AAF1B4B7A31}" destId="{7595965C-FE44-4232-BE95-0F598C9E499A}" srcOrd="0" destOrd="0" presId="urn:microsoft.com/office/officeart/2005/8/layout/hProcess11"/>
    <dgm:cxn modelId="{B3221AA6-0615-4A20-A1B3-A4620F116C70}" type="presParOf" srcId="{809E04DB-7F73-40AE-90C0-8AAF1B4B7A31}" destId="{D36AA2B9-65F2-4BD4-8B91-7A1232933294}" srcOrd="1" destOrd="0" presId="urn:microsoft.com/office/officeart/2005/8/layout/hProcess11"/>
    <dgm:cxn modelId="{C2018856-7141-4AF7-9C5B-534643F42860}" type="presParOf" srcId="{809E04DB-7F73-40AE-90C0-8AAF1B4B7A31}" destId="{423EC37B-71B8-47A3-8CD9-271CF1E1FEDA}" srcOrd="2" destOrd="0" presId="urn:microsoft.com/office/officeart/2005/8/layout/hProcess11"/>
    <dgm:cxn modelId="{CE533783-D26E-41A1-B411-E7844B38DE6C}" type="presParOf" srcId="{67C25DB3-59B8-43EE-96F8-A6B635A0463A}" destId="{18013DBA-F4FD-4ED0-A7B8-720323C95297}" srcOrd="15" destOrd="0" presId="urn:microsoft.com/office/officeart/2005/8/layout/hProcess11"/>
    <dgm:cxn modelId="{BDAA747E-7B77-4A71-90B4-156CC94E5091}" type="presParOf" srcId="{67C25DB3-59B8-43EE-96F8-A6B635A0463A}" destId="{7B16C16A-D480-421D-8D7A-5455E7B29CE4}" srcOrd="16" destOrd="0" presId="urn:microsoft.com/office/officeart/2005/8/layout/hProcess11"/>
    <dgm:cxn modelId="{B4A5B353-21E2-4B31-A89C-8EF12085D277}" type="presParOf" srcId="{7B16C16A-D480-421D-8D7A-5455E7B29CE4}" destId="{BB693082-E2E0-4FB8-8706-2B49A978B5EA}" srcOrd="0" destOrd="0" presId="urn:microsoft.com/office/officeart/2005/8/layout/hProcess11"/>
    <dgm:cxn modelId="{697D25B8-7A79-491F-A999-9B1896D51FAC}" type="presParOf" srcId="{7B16C16A-D480-421D-8D7A-5455E7B29CE4}" destId="{034F37AF-4F05-48E0-AF40-AFFD1C473DD3}" srcOrd="1" destOrd="0" presId="urn:microsoft.com/office/officeart/2005/8/layout/hProcess11"/>
    <dgm:cxn modelId="{07B8491F-AC48-495B-AE01-98732D604216}" type="presParOf" srcId="{7B16C16A-D480-421D-8D7A-5455E7B29CE4}" destId="{CFA7C971-F2A8-4CC2-B7B2-CE079BADFB36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D90A4FB-502E-4095-AB07-7886A24A5804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D"/>
        </a:p>
      </dgm:t>
    </dgm:pt>
    <dgm:pt modelId="{265629BF-B9B9-49F6-8266-1F6736A0AF49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Sosialisasi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38258A8-CE50-4CF9-A42D-20D07382442A}" type="parTrans" cxnId="{7B73A72A-8C4C-4C83-AC70-7DFDB6A4943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6D3D7B0-FC9A-447F-9B15-99DEB88EFF4B}" type="sibTrans" cxnId="{7B73A72A-8C4C-4C83-AC70-7DFDB6A4943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9AC8FEF-0913-4EF9-B565-6E65A703722E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Pendaftaran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C5E31F3-D94C-4B6E-973D-30FDA59A31E3}" type="parTrans" cxnId="{879E9CF9-48B7-451C-A7B7-BC79812B2A9D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8F7DA23-CE1C-41C8-AB62-F0CEC834D77E}" type="sibTrans" cxnId="{879E9CF9-48B7-451C-A7B7-BC79812B2A9D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BCB7335-339C-4EE0-ADA1-682416A1CA16}">
      <dgm:prSet custT="1"/>
      <dgm:spPr/>
      <dgm:t>
        <a:bodyPr/>
        <a:lstStyle/>
        <a:p>
          <a:r>
            <a:rPr lang="en-ID" sz="1100" b="1">
              <a:latin typeface="Arial" panose="020B0604020202020204" pitchFamily="34" charset="0"/>
              <a:cs typeface="Arial" panose="020B0604020202020204" pitchFamily="34" charset="0"/>
            </a:rPr>
            <a:t>Technical Meeting</a:t>
          </a:r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2A64CB6-54E4-4964-925B-D0B8A42BDEE1}" type="parTrans" cxnId="{19324F6C-14FB-48AD-A80E-1BFD1D72FEF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188520F-75C4-4A28-90BF-F2238FA17582}" type="sibTrans" cxnId="{19324F6C-14FB-48AD-A80E-1BFD1D72FEF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AC2CAA0-571D-4193-9C3F-B6E97E3B1870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1.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Pengumpulan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Program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Inovasi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5B21780-7116-44BF-BDF2-8B88E6E46E28}" type="parTrans" cxnId="{BBC43B34-250A-4D9C-85DB-EF9B46C7544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566EA1A-CF01-4137-8010-59CB9DE4C726}" type="sibTrans" cxnId="{BBC43B34-250A-4D9C-85DB-EF9B46C7544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52AA499-344C-471A-817C-875D884DF9A4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1. </a:t>
          </a:r>
        </a:p>
        <a:p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Aksi Program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Inovasi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F7CB217-AA7C-4743-8269-0C8849ABD05F}" type="parTrans" cxnId="{F5873F59-F9E9-401A-A853-F4F6D72B6B82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245CBAE-0D4B-46CB-B13B-8FAD5A3A81EF}" type="sibTrans" cxnId="{F5873F59-F9E9-401A-A853-F4F6D72B6B82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C91FAE7-4BC0-44B9-A106-1280D40C543F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1.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Pelaporan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Aksi Program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Inovasi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CCB7B59-8847-48BB-A5ED-26F2C5AA6541}" type="parTrans" cxnId="{B7C9017E-F3FC-4795-A3DC-1D807C5CF3AF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83112D9-B9FD-4B3E-A231-596CC36E3372}" type="sibTrans" cxnId="{B7C9017E-F3FC-4795-A3DC-1D807C5CF3AF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4FC3D13-A9B5-43FD-8BDC-32AD5A21223A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2.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Visitasi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/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Verifikasi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Lapangan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C279119-C14C-4DE1-895B-8775BFDF47EB}" type="parTrans" cxnId="{C6F1ED92-9303-42F4-869E-72A434971F8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E562428-57E4-455A-B593-6F46320CC059}" type="sibTrans" cxnId="{C6F1ED92-9303-42F4-869E-72A434971F8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AC67526-5AE6-443A-AB52-D00DAFB78B31}">
      <dgm:prSet custT="1"/>
      <dgm:spPr/>
      <dgm:t>
        <a:bodyPr/>
        <a:lstStyle/>
        <a:p>
          <a:r>
            <a:rPr lang="it-IT" sz="1100" b="1" dirty="0">
              <a:latin typeface="Arial" panose="020B0604020202020204" pitchFamily="34" charset="0"/>
              <a:cs typeface="Arial" panose="020B0604020202020204" pitchFamily="34" charset="0"/>
            </a:rPr>
            <a:t>Tahap 3. Presentasi dan Wawancara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4C442B4-5DEF-414D-8D54-3DE545AE797D}" type="parTrans" cxnId="{027B2FDA-FAB7-463F-ACCE-300668912516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E6226FA-3EF7-4E85-A6FB-82A7595F1298}" type="sibTrans" cxnId="{027B2FDA-FAB7-463F-ACCE-300668912516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CB5C9D4-05EF-4BD9-B94F-8B792159FA04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Penganugerahan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Tahun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2025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F42C034-DCA9-4066-82BF-C02384793C5D}" type="parTrans" cxnId="{64B70E96-7C92-4D0B-9EC3-EFBFB88238E6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95D07F2-86DD-47ED-871C-53171A5CB280}" type="sibTrans" cxnId="{64B70E96-7C92-4D0B-9EC3-EFBFB88238E6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A959280-0739-4C57-8D1B-EDDBCCC6CC38}" type="pres">
      <dgm:prSet presAssocID="{7D90A4FB-502E-4095-AB07-7886A24A5804}" presName="Name0" presStyleCnt="0">
        <dgm:presLayoutVars>
          <dgm:dir/>
          <dgm:resizeHandles val="exact"/>
        </dgm:presLayoutVars>
      </dgm:prSet>
      <dgm:spPr/>
    </dgm:pt>
    <dgm:pt modelId="{EA42DC6E-3729-47FC-BA72-23BCEAC80376}" type="pres">
      <dgm:prSet presAssocID="{7D90A4FB-502E-4095-AB07-7886A24A5804}" presName="arrow" presStyleLbl="bgShp" presStyleIdx="0" presStyleCnt="1"/>
      <dgm:spPr/>
    </dgm:pt>
    <dgm:pt modelId="{67C25DB3-59B8-43EE-96F8-A6B635A0463A}" type="pres">
      <dgm:prSet presAssocID="{7D90A4FB-502E-4095-AB07-7886A24A5804}" presName="points" presStyleCnt="0"/>
      <dgm:spPr/>
    </dgm:pt>
    <dgm:pt modelId="{862F8CA3-EE3F-43C5-A651-304DA3960F58}" type="pres">
      <dgm:prSet presAssocID="{265629BF-B9B9-49F6-8266-1F6736A0AF49}" presName="compositeA" presStyleCnt="0"/>
      <dgm:spPr/>
    </dgm:pt>
    <dgm:pt modelId="{D4C0AF6D-D468-4FBC-A780-219EE1C02AC5}" type="pres">
      <dgm:prSet presAssocID="{265629BF-B9B9-49F6-8266-1F6736A0AF49}" presName="textA" presStyleLbl="revTx" presStyleIdx="0" presStyleCnt="9">
        <dgm:presLayoutVars>
          <dgm:bulletEnabled val="1"/>
        </dgm:presLayoutVars>
      </dgm:prSet>
      <dgm:spPr/>
    </dgm:pt>
    <dgm:pt modelId="{2D10A39D-54A6-447B-B679-72C5F88D7AB8}" type="pres">
      <dgm:prSet presAssocID="{265629BF-B9B9-49F6-8266-1F6736A0AF49}" presName="circleA" presStyleLbl="node1" presStyleIdx="0" presStyleCnt="9"/>
      <dgm:spPr/>
    </dgm:pt>
    <dgm:pt modelId="{407BEF36-2F95-48BD-BCE8-31300AABFA83}" type="pres">
      <dgm:prSet presAssocID="{265629BF-B9B9-49F6-8266-1F6736A0AF49}" presName="spaceA" presStyleCnt="0"/>
      <dgm:spPr/>
    </dgm:pt>
    <dgm:pt modelId="{7C6281F6-EF1A-44C2-ADCE-18FBF012688D}" type="pres">
      <dgm:prSet presAssocID="{46D3D7B0-FC9A-447F-9B15-99DEB88EFF4B}" presName="space" presStyleCnt="0"/>
      <dgm:spPr/>
    </dgm:pt>
    <dgm:pt modelId="{8DE6934D-4005-4614-9C04-7A46BB4A7A88}" type="pres">
      <dgm:prSet presAssocID="{49AC8FEF-0913-4EF9-B565-6E65A703722E}" presName="compositeB" presStyleCnt="0"/>
      <dgm:spPr/>
    </dgm:pt>
    <dgm:pt modelId="{FA41CF90-987B-4B2F-B0C0-0180C1FE4658}" type="pres">
      <dgm:prSet presAssocID="{49AC8FEF-0913-4EF9-B565-6E65A703722E}" presName="textB" presStyleLbl="revTx" presStyleIdx="1" presStyleCnt="9" custScaleX="129536">
        <dgm:presLayoutVars>
          <dgm:bulletEnabled val="1"/>
        </dgm:presLayoutVars>
      </dgm:prSet>
      <dgm:spPr/>
    </dgm:pt>
    <dgm:pt modelId="{4801C7F3-C012-4207-8347-23FA3835AB50}" type="pres">
      <dgm:prSet presAssocID="{49AC8FEF-0913-4EF9-B565-6E65A703722E}" presName="circleB" presStyleLbl="node1" presStyleIdx="1" presStyleCnt="9"/>
      <dgm:spPr/>
    </dgm:pt>
    <dgm:pt modelId="{D64AD0AB-090E-4E0C-BF58-DE2EAAEFFE53}" type="pres">
      <dgm:prSet presAssocID="{49AC8FEF-0913-4EF9-B565-6E65A703722E}" presName="spaceB" presStyleCnt="0"/>
      <dgm:spPr/>
    </dgm:pt>
    <dgm:pt modelId="{A83C80E0-C071-4851-9622-BDFFB529D0A7}" type="pres">
      <dgm:prSet presAssocID="{78F7DA23-CE1C-41C8-AB62-F0CEC834D77E}" presName="space" presStyleCnt="0"/>
      <dgm:spPr/>
    </dgm:pt>
    <dgm:pt modelId="{A17D52E7-F3D8-4A10-9FFC-D7B860DF5DBB}" type="pres">
      <dgm:prSet presAssocID="{7BCB7335-339C-4EE0-ADA1-682416A1CA16}" presName="compositeA" presStyleCnt="0"/>
      <dgm:spPr/>
    </dgm:pt>
    <dgm:pt modelId="{4E2D13DC-DDD3-40C5-A19B-5FDC6EE41A7F}" type="pres">
      <dgm:prSet presAssocID="{7BCB7335-339C-4EE0-ADA1-682416A1CA16}" presName="textA" presStyleLbl="revTx" presStyleIdx="2" presStyleCnt="9">
        <dgm:presLayoutVars>
          <dgm:bulletEnabled val="1"/>
        </dgm:presLayoutVars>
      </dgm:prSet>
      <dgm:spPr/>
    </dgm:pt>
    <dgm:pt modelId="{0E39C646-1006-4056-BC70-EEDC6F867CEF}" type="pres">
      <dgm:prSet presAssocID="{7BCB7335-339C-4EE0-ADA1-682416A1CA16}" presName="circleA" presStyleLbl="node1" presStyleIdx="2" presStyleCnt="9"/>
      <dgm:spPr/>
    </dgm:pt>
    <dgm:pt modelId="{1951E839-9534-4456-A313-8F79C78A1915}" type="pres">
      <dgm:prSet presAssocID="{7BCB7335-339C-4EE0-ADA1-682416A1CA16}" presName="spaceA" presStyleCnt="0"/>
      <dgm:spPr/>
    </dgm:pt>
    <dgm:pt modelId="{2514FDD0-A9FC-4961-9BF7-744C3BABA949}" type="pres">
      <dgm:prSet presAssocID="{F188520F-75C4-4A28-90BF-F2238FA17582}" presName="space" presStyleCnt="0"/>
      <dgm:spPr/>
    </dgm:pt>
    <dgm:pt modelId="{64A5E592-D706-4D09-8922-AE98BF04EEFB}" type="pres">
      <dgm:prSet presAssocID="{5AC2CAA0-571D-4193-9C3F-B6E97E3B1870}" presName="compositeB" presStyleCnt="0"/>
      <dgm:spPr/>
    </dgm:pt>
    <dgm:pt modelId="{F4085ACD-5786-41B3-919D-C38FB65CCC95}" type="pres">
      <dgm:prSet presAssocID="{5AC2CAA0-571D-4193-9C3F-B6E97E3B1870}" presName="textB" presStyleLbl="revTx" presStyleIdx="3" presStyleCnt="9" custScaleX="128711">
        <dgm:presLayoutVars>
          <dgm:bulletEnabled val="1"/>
        </dgm:presLayoutVars>
      </dgm:prSet>
      <dgm:spPr/>
    </dgm:pt>
    <dgm:pt modelId="{FA45DAE2-1C44-48E8-8249-82D947D3562C}" type="pres">
      <dgm:prSet presAssocID="{5AC2CAA0-571D-4193-9C3F-B6E97E3B1870}" presName="circleB" presStyleLbl="node1" presStyleIdx="3" presStyleCnt="9"/>
      <dgm:spPr/>
    </dgm:pt>
    <dgm:pt modelId="{F846E5FF-D54C-49BD-82E2-3FDAA34AE74B}" type="pres">
      <dgm:prSet presAssocID="{5AC2CAA0-571D-4193-9C3F-B6E97E3B1870}" presName="spaceB" presStyleCnt="0"/>
      <dgm:spPr/>
    </dgm:pt>
    <dgm:pt modelId="{14A2BC4C-897C-43F8-9542-3EEB6CC092F3}" type="pres">
      <dgm:prSet presAssocID="{6566EA1A-CF01-4137-8010-59CB9DE4C726}" presName="space" presStyleCnt="0"/>
      <dgm:spPr/>
    </dgm:pt>
    <dgm:pt modelId="{A15D4938-57BB-4735-866F-64CDC8A518E8}" type="pres">
      <dgm:prSet presAssocID="{052AA499-344C-471A-817C-875D884DF9A4}" presName="compositeA" presStyleCnt="0"/>
      <dgm:spPr/>
    </dgm:pt>
    <dgm:pt modelId="{FD4F3981-A8F0-4471-9E13-D88140C2A393}" type="pres">
      <dgm:prSet presAssocID="{052AA499-344C-471A-817C-875D884DF9A4}" presName="textA" presStyleLbl="revTx" presStyleIdx="4" presStyleCnt="9" custScaleX="123269">
        <dgm:presLayoutVars>
          <dgm:bulletEnabled val="1"/>
        </dgm:presLayoutVars>
      </dgm:prSet>
      <dgm:spPr/>
    </dgm:pt>
    <dgm:pt modelId="{DD276DF6-6B05-4A71-895F-4A9DDF52B5A3}" type="pres">
      <dgm:prSet presAssocID="{052AA499-344C-471A-817C-875D884DF9A4}" presName="circleA" presStyleLbl="node1" presStyleIdx="4" presStyleCnt="9"/>
      <dgm:spPr/>
    </dgm:pt>
    <dgm:pt modelId="{30A719E3-340B-4D18-9514-8257881C9699}" type="pres">
      <dgm:prSet presAssocID="{052AA499-344C-471A-817C-875D884DF9A4}" presName="spaceA" presStyleCnt="0"/>
      <dgm:spPr/>
    </dgm:pt>
    <dgm:pt modelId="{38AAF2C6-0EA1-4B70-B161-730494CB6C00}" type="pres">
      <dgm:prSet presAssocID="{5245CBAE-0D4B-46CB-B13B-8FAD5A3A81EF}" presName="space" presStyleCnt="0"/>
      <dgm:spPr/>
    </dgm:pt>
    <dgm:pt modelId="{C71CA493-1373-4DEC-AC2B-BD2638CA5A59}" type="pres">
      <dgm:prSet presAssocID="{1C91FAE7-4BC0-44B9-A106-1280D40C543F}" presName="compositeB" presStyleCnt="0"/>
      <dgm:spPr/>
    </dgm:pt>
    <dgm:pt modelId="{F388DE4E-5785-4B13-8652-F3F92024BB30}" type="pres">
      <dgm:prSet presAssocID="{1C91FAE7-4BC0-44B9-A106-1280D40C543F}" presName="textB" presStyleLbl="revTx" presStyleIdx="5" presStyleCnt="9" custScaleX="120380">
        <dgm:presLayoutVars>
          <dgm:bulletEnabled val="1"/>
        </dgm:presLayoutVars>
      </dgm:prSet>
      <dgm:spPr/>
    </dgm:pt>
    <dgm:pt modelId="{A12DEC78-0187-4D62-8526-1E0FDEBCCCF0}" type="pres">
      <dgm:prSet presAssocID="{1C91FAE7-4BC0-44B9-A106-1280D40C543F}" presName="circleB" presStyleLbl="node1" presStyleIdx="5" presStyleCnt="9"/>
      <dgm:spPr/>
    </dgm:pt>
    <dgm:pt modelId="{25489919-B51F-4CDB-B23F-881B565B5CAE}" type="pres">
      <dgm:prSet presAssocID="{1C91FAE7-4BC0-44B9-A106-1280D40C543F}" presName="spaceB" presStyleCnt="0"/>
      <dgm:spPr/>
    </dgm:pt>
    <dgm:pt modelId="{019B7A79-129D-4FDA-9AF6-37BD9E517B97}" type="pres">
      <dgm:prSet presAssocID="{D83112D9-B9FD-4B3E-A231-596CC36E3372}" presName="space" presStyleCnt="0"/>
      <dgm:spPr/>
    </dgm:pt>
    <dgm:pt modelId="{38BD1DF1-424C-4A50-B0D6-933D8F39B055}" type="pres">
      <dgm:prSet presAssocID="{D4FC3D13-A9B5-43FD-8BDC-32AD5A21223A}" presName="compositeA" presStyleCnt="0"/>
      <dgm:spPr/>
    </dgm:pt>
    <dgm:pt modelId="{0B934A1D-B31C-4700-B49D-F760AF250422}" type="pres">
      <dgm:prSet presAssocID="{D4FC3D13-A9B5-43FD-8BDC-32AD5A21223A}" presName="textA" presStyleLbl="revTx" presStyleIdx="6" presStyleCnt="9">
        <dgm:presLayoutVars>
          <dgm:bulletEnabled val="1"/>
        </dgm:presLayoutVars>
      </dgm:prSet>
      <dgm:spPr/>
    </dgm:pt>
    <dgm:pt modelId="{06C9C31A-D806-48B9-B9DF-9D9DDEF5AC8B}" type="pres">
      <dgm:prSet presAssocID="{D4FC3D13-A9B5-43FD-8BDC-32AD5A21223A}" presName="circleA" presStyleLbl="node1" presStyleIdx="6" presStyleCnt="9"/>
      <dgm:spPr/>
    </dgm:pt>
    <dgm:pt modelId="{953612C6-8FED-44C0-99B5-A91A3FAF64D9}" type="pres">
      <dgm:prSet presAssocID="{D4FC3D13-A9B5-43FD-8BDC-32AD5A21223A}" presName="spaceA" presStyleCnt="0"/>
      <dgm:spPr/>
    </dgm:pt>
    <dgm:pt modelId="{CFED3320-B0D9-44E8-9131-161A7D33E48C}" type="pres">
      <dgm:prSet presAssocID="{FE562428-57E4-455A-B593-6F46320CC059}" presName="space" presStyleCnt="0"/>
      <dgm:spPr/>
    </dgm:pt>
    <dgm:pt modelId="{809E04DB-7F73-40AE-90C0-8AAF1B4B7A31}" type="pres">
      <dgm:prSet presAssocID="{2AC67526-5AE6-443A-AB52-D00DAFB78B31}" presName="compositeB" presStyleCnt="0"/>
      <dgm:spPr/>
    </dgm:pt>
    <dgm:pt modelId="{7595965C-FE44-4232-BE95-0F598C9E499A}" type="pres">
      <dgm:prSet presAssocID="{2AC67526-5AE6-443A-AB52-D00DAFB78B31}" presName="textB" presStyleLbl="revTx" presStyleIdx="7" presStyleCnt="9" custScaleX="120307">
        <dgm:presLayoutVars>
          <dgm:bulletEnabled val="1"/>
        </dgm:presLayoutVars>
      </dgm:prSet>
      <dgm:spPr/>
    </dgm:pt>
    <dgm:pt modelId="{D36AA2B9-65F2-4BD4-8B91-7A1232933294}" type="pres">
      <dgm:prSet presAssocID="{2AC67526-5AE6-443A-AB52-D00DAFB78B31}" presName="circleB" presStyleLbl="node1" presStyleIdx="7" presStyleCnt="9"/>
      <dgm:spPr/>
    </dgm:pt>
    <dgm:pt modelId="{423EC37B-71B8-47A3-8CD9-271CF1E1FEDA}" type="pres">
      <dgm:prSet presAssocID="{2AC67526-5AE6-443A-AB52-D00DAFB78B31}" presName="spaceB" presStyleCnt="0"/>
      <dgm:spPr/>
    </dgm:pt>
    <dgm:pt modelId="{18013DBA-F4FD-4ED0-A7B8-720323C95297}" type="pres">
      <dgm:prSet presAssocID="{9E6226FA-3EF7-4E85-A6FB-82A7595F1298}" presName="space" presStyleCnt="0"/>
      <dgm:spPr/>
    </dgm:pt>
    <dgm:pt modelId="{7B16C16A-D480-421D-8D7A-5455E7B29CE4}" type="pres">
      <dgm:prSet presAssocID="{ACB5C9D4-05EF-4BD9-B94F-8B792159FA04}" presName="compositeA" presStyleCnt="0"/>
      <dgm:spPr/>
    </dgm:pt>
    <dgm:pt modelId="{BB693082-E2E0-4FB8-8706-2B49A978B5EA}" type="pres">
      <dgm:prSet presAssocID="{ACB5C9D4-05EF-4BD9-B94F-8B792159FA04}" presName="textA" presStyleLbl="revTx" presStyleIdx="8" presStyleCnt="9" custScaleX="164948">
        <dgm:presLayoutVars>
          <dgm:bulletEnabled val="1"/>
        </dgm:presLayoutVars>
      </dgm:prSet>
      <dgm:spPr/>
    </dgm:pt>
    <dgm:pt modelId="{034F37AF-4F05-48E0-AF40-AFFD1C473DD3}" type="pres">
      <dgm:prSet presAssocID="{ACB5C9D4-05EF-4BD9-B94F-8B792159FA04}" presName="circleA" presStyleLbl="node1" presStyleIdx="8" presStyleCnt="9"/>
      <dgm:spPr/>
    </dgm:pt>
    <dgm:pt modelId="{CFA7C971-F2A8-4CC2-B7B2-CE079BADFB36}" type="pres">
      <dgm:prSet presAssocID="{ACB5C9D4-05EF-4BD9-B94F-8B792159FA04}" presName="spaceA" presStyleCnt="0"/>
      <dgm:spPr/>
    </dgm:pt>
  </dgm:ptLst>
  <dgm:cxnLst>
    <dgm:cxn modelId="{589A9C11-E192-471A-A217-7384935D7A47}" type="presOf" srcId="{ACB5C9D4-05EF-4BD9-B94F-8B792159FA04}" destId="{BB693082-E2E0-4FB8-8706-2B49A978B5EA}" srcOrd="0" destOrd="0" presId="urn:microsoft.com/office/officeart/2005/8/layout/hProcess11"/>
    <dgm:cxn modelId="{2A466B14-3B7C-49C6-9EA7-B23B72F933FC}" type="presOf" srcId="{7D90A4FB-502E-4095-AB07-7886A24A5804}" destId="{FA959280-0739-4C57-8D1B-EDDBCCC6CC38}" srcOrd="0" destOrd="0" presId="urn:microsoft.com/office/officeart/2005/8/layout/hProcess11"/>
    <dgm:cxn modelId="{7B73A72A-8C4C-4C83-AC70-7DFDB6A49439}" srcId="{7D90A4FB-502E-4095-AB07-7886A24A5804}" destId="{265629BF-B9B9-49F6-8266-1F6736A0AF49}" srcOrd="0" destOrd="0" parTransId="{338258A8-CE50-4CF9-A42D-20D07382442A}" sibTransId="{46D3D7B0-FC9A-447F-9B15-99DEB88EFF4B}"/>
    <dgm:cxn modelId="{BBC43B34-250A-4D9C-85DB-EF9B46C75449}" srcId="{7D90A4FB-502E-4095-AB07-7886A24A5804}" destId="{5AC2CAA0-571D-4193-9C3F-B6E97E3B1870}" srcOrd="3" destOrd="0" parTransId="{45B21780-7116-44BF-BDF2-8B88E6E46E28}" sibTransId="{6566EA1A-CF01-4137-8010-59CB9DE4C726}"/>
    <dgm:cxn modelId="{336A9461-2E1A-447B-95D9-0435A96797AE}" type="presOf" srcId="{2AC67526-5AE6-443A-AB52-D00DAFB78B31}" destId="{7595965C-FE44-4232-BE95-0F598C9E499A}" srcOrd="0" destOrd="0" presId="urn:microsoft.com/office/officeart/2005/8/layout/hProcess11"/>
    <dgm:cxn modelId="{19324F6C-14FB-48AD-A80E-1BFD1D72FEF9}" srcId="{7D90A4FB-502E-4095-AB07-7886A24A5804}" destId="{7BCB7335-339C-4EE0-ADA1-682416A1CA16}" srcOrd="2" destOrd="0" parTransId="{F2A64CB6-54E4-4964-925B-D0B8A42BDEE1}" sibTransId="{F188520F-75C4-4A28-90BF-F2238FA17582}"/>
    <dgm:cxn modelId="{704A5D6D-54D9-461E-8D67-EA03C28E3433}" type="presOf" srcId="{D4FC3D13-A9B5-43FD-8BDC-32AD5A21223A}" destId="{0B934A1D-B31C-4700-B49D-F760AF250422}" srcOrd="0" destOrd="0" presId="urn:microsoft.com/office/officeart/2005/8/layout/hProcess11"/>
    <dgm:cxn modelId="{98EEE175-8384-4997-9CD1-2E371B453E05}" type="presOf" srcId="{052AA499-344C-471A-817C-875D884DF9A4}" destId="{FD4F3981-A8F0-4471-9E13-D88140C2A393}" srcOrd="0" destOrd="0" presId="urn:microsoft.com/office/officeart/2005/8/layout/hProcess11"/>
    <dgm:cxn modelId="{F5873F59-F9E9-401A-A853-F4F6D72B6B82}" srcId="{7D90A4FB-502E-4095-AB07-7886A24A5804}" destId="{052AA499-344C-471A-817C-875D884DF9A4}" srcOrd="4" destOrd="0" parTransId="{AF7CB217-AA7C-4743-8269-0C8849ABD05F}" sibTransId="{5245CBAE-0D4B-46CB-B13B-8FAD5A3A81EF}"/>
    <dgm:cxn modelId="{B7C9017E-F3FC-4795-A3DC-1D807C5CF3AF}" srcId="{7D90A4FB-502E-4095-AB07-7886A24A5804}" destId="{1C91FAE7-4BC0-44B9-A106-1280D40C543F}" srcOrd="5" destOrd="0" parTransId="{CCCB7B59-8847-48BB-A5ED-26F2C5AA6541}" sibTransId="{D83112D9-B9FD-4B3E-A231-596CC36E3372}"/>
    <dgm:cxn modelId="{9904B385-DA8F-437F-B0B5-990DADD47947}" type="presOf" srcId="{1C91FAE7-4BC0-44B9-A106-1280D40C543F}" destId="{F388DE4E-5785-4B13-8652-F3F92024BB30}" srcOrd="0" destOrd="0" presId="urn:microsoft.com/office/officeart/2005/8/layout/hProcess11"/>
    <dgm:cxn modelId="{7AAFDD89-5221-4970-8D3E-01145AA93A0E}" type="presOf" srcId="{5AC2CAA0-571D-4193-9C3F-B6E97E3B1870}" destId="{F4085ACD-5786-41B3-919D-C38FB65CCC95}" srcOrd="0" destOrd="0" presId="urn:microsoft.com/office/officeart/2005/8/layout/hProcess11"/>
    <dgm:cxn modelId="{D9F4068C-31EC-46AD-A418-74E5FD5D0C5C}" type="presOf" srcId="{49AC8FEF-0913-4EF9-B565-6E65A703722E}" destId="{FA41CF90-987B-4B2F-B0C0-0180C1FE4658}" srcOrd="0" destOrd="0" presId="urn:microsoft.com/office/officeart/2005/8/layout/hProcess11"/>
    <dgm:cxn modelId="{C6F1ED92-9303-42F4-869E-72A434971F89}" srcId="{7D90A4FB-502E-4095-AB07-7886A24A5804}" destId="{D4FC3D13-A9B5-43FD-8BDC-32AD5A21223A}" srcOrd="6" destOrd="0" parTransId="{BC279119-C14C-4DE1-895B-8775BFDF47EB}" sibTransId="{FE562428-57E4-455A-B593-6F46320CC059}"/>
    <dgm:cxn modelId="{64B70E96-7C92-4D0B-9EC3-EFBFB88238E6}" srcId="{7D90A4FB-502E-4095-AB07-7886A24A5804}" destId="{ACB5C9D4-05EF-4BD9-B94F-8B792159FA04}" srcOrd="8" destOrd="0" parTransId="{2F42C034-DCA9-4066-82BF-C02384793C5D}" sibTransId="{F95D07F2-86DD-47ED-871C-53171A5CB280}"/>
    <dgm:cxn modelId="{A80420DA-07DF-4648-AA6C-2A76B1F9D21C}" type="presOf" srcId="{265629BF-B9B9-49F6-8266-1F6736A0AF49}" destId="{D4C0AF6D-D468-4FBC-A780-219EE1C02AC5}" srcOrd="0" destOrd="0" presId="urn:microsoft.com/office/officeart/2005/8/layout/hProcess11"/>
    <dgm:cxn modelId="{027B2FDA-FAB7-463F-ACCE-300668912516}" srcId="{7D90A4FB-502E-4095-AB07-7886A24A5804}" destId="{2AC67526-5AE6-443A-AB52-D00DAFB78B31}" srcOrd="7" destOrd="0" parTransId="{E4C442B4-5DEF-414D-8D54-3DE545AE797D}" sibTransId="{9E6226FA-3EF7-4E85-A6FB-82A7595F1298}"/>
    <dgm:cxn modelId="{821515F5-6ADD-4867-B88C-F52DB04BAAF8}" type="presOf" srcId="{7BCB7335-339C-4EE0-ADA1-682416A1CA16}" destId="{4E2D13DC-DDD3-40C5-A19B-5FDC6EE41A7F}" srcOrd="0" destOrd="0" presId="urn:microsoft.com/office/officeart/2005/8/layout/hProcess11"/>
    <dgm:cxn modelId="{879E9CF9-48B7-451C-A7B7-BC79812B2A9D}" srcId="{7D90A4FB-502E-4095-AB07-7886A24A5804}" destId="{49AC8FEF-0913-4EF9-B565-6E65A703722E}" srcOrd="1" destOrd="0" parTransId="{0C5E31F3-D94C-4B6E-973D-30FDA59A31E3}" sibTransId="{78F7DA23-CE1C-41C8-AB62-F0CEC834D77E}"/>
    <dgm:cxn modelId="{888A6E35-4011-410E-844A-45483D46B7F0}" type="presParOf" srcId="{FA959280-0739-4C57-8D1B-EDDBCCC6CC38}" destId="{EA42DC6E-3729-47FC-BA72-23BCEAC80376}" srcOrd="0" destOrd="0" presId="urn:microsoft.com/office/officeart/2005/8/layout/hProcess11"/>
    <dgm:cxn modelId="{B6F27AFB-EF09-4A81-B9C4-EE32AD69EA49}" type="presParOf" srcId="{FA959280-0739-4C57-8D1B-EDDBCCC6CC38}" destId="{67C25DB3-59B8-43EE-96F8-A6B635A0463A}" srcOrd="1" destOrd="0" presId="urn:microsoft.com/office/officeart/2005/8/layout/hProcess11"/>
    <dgm:cxn modelId="{18ABC04D-8E8D-4A12-9EDD-DADC76A861F0}" type="presParOf" srcId="{67C25DB3-59B8-43EE-96F8-A6B635A0463A}" destId="{862F8CA3-EE3F-43C5-A651-304DA3960F58}" srcOrd="0" destOrd="0" presId="urn:microsoft.com/office/officeart/2005/8/layout/hProcess11"/>
    <dgm:cxn modelId="{B5CC30C4-347F-4634-8DA3-A3876DB615FE}" type="presParOf" srcId="{862F8CA3-EE3F-43C5-A651-304DA3960F58}" destId="{D4C0AF6D-D468-4FBC-A780-219EE1C02AC5}" srcOrd="0" destOrd="0" presId="urn:microsoft.com/office/officeart/2005/8/layout/hProcess11"/>
    <dgm:cxn modelId="{9BB8A96C-CF9B-47D3-87D5-D5C14E34210A}" type="presParOf" srcId="{862F8CA3-EE3F-43C5-A651-304DA3960F58}" destId="{2D10A39D-54A6-447B-B679-72C5F88D7AB8}" srcOrd="1" destOrd="0" presId="urn:microsoft.com/office/officeart/2005/8/layout/hProcess11"/>
    <dgm:cxn modelId="{F4935656-BE79-419E-9CA1-9B47470CE1CB}" type="presParOf" srcId="{862F8CA3-EE3F-43C5-A651-304DA3960F58}" destId="{407BEF36-2F95-48BD-BCE8-31300AABFA83}" srcOrd="2" destOrd="0" presId="urn:microsoft.com/office/officeart/2005/8/layout/hProcess11"/>
    <dgm:cxn modelId="{45A2B826-6D0E-4D6D-BA26-28B5829ED318}" type="presParOf" srcId="{67C25DB3-59B8-43EE-96F8-A6B635A0463A}" destId="{7C6281F6-EF1A-44C2-ADCE-18FBF012688D}" srcOrd="1" destOrd="0" presId="urn:microsoft.com/office/officeart/2005/8/layout/hProcess11"/>
    <dgm:cxn modelId="{8F4EC322-3777-46A5-ADB8-374DA3BA97B1}" type="presParOf" srcId="{67C25DB3-59B8-43EE-96F8-A6B635A0463A}" destId="{8DE6934D-4005-4614-9C04-7A46BB4A7A88}" srcOrd="2" destOrd="0" presId="urn:microsoft.com/office/officeart/2005/8/layout/hProcess11"/>
    <dgm:cxn modelId="{68B09D87-DF78-4E21-B754-34E31103B9B0}" type="presParOf" srcId="{8DE6934D-4005-4614-9C04-7A46BB4A7A88}" destId="{FA41CF90-987B-4B2F-B0C0-0180C1FE4658}" srcOrd="0" destOrd="0" presId="urn:microsoft.com/office/officeart/2005/8/layout/hProcess11"/>
    <dgm:cxn modelId="{2C8F11CD-C2DA-4E05-ABCE-D14A0347CAF9}" type="presParOf" srcId="{8DE6934D-4005-4614-9C04-7A46BB4A7A88}" destId="{4801C7F3-C012-4207-8347-23FA3835AB50}" srcOrd="1" destOrd="0" presId="urn:microsoft.com/office/officeart/2005/8/layout/hProcess11"/>
    <dgm:cxn modelId="{45979AA2-ADF3-465B-8C6F-554D238E07C6}" type="presParOf" srcId="{8DE6934D-4005-4614-9C04-7A46BB4A7A88}" destId="{D64AD0AB-090E-4E0C-BF58-DE2EAAEFFE53}" srcOrd="2" destOrd="0" presId="urn:microsoft.com/office/officeart/2005/8/layout/hProcess11"/>
    <dgm:cxn modelId="{90E29755-8E5F-4BAB-9826-4F19527031FB}" type="presParOf" srcId="{67C25DB3-59B8-43EE-96F8-A6B635A0463A}" destId="{A83C80E0-C071-4851-9622-BDFFB529D0A7}" srcOrd="3" destOrd="0" presId="urn:microsoft.com/office/officeart/2005/8/layout/hProcess11"/>
    <dgm:cxn modelId="{D228973A-E2D9-4E22-A901-6D4482CD81A0}" type="presParOf" srcId="{67C25DB3-59B8-43EE-96F8-A6B635A0463A}" destId="{A17D52E7-F3D8-4A10-9FFC-D7B860DF5DBB}" srcOrd="4" destOrd="0" presId="urn:microsoft.com/office/officeart/2005/8/layout/hProcess11"/>
    <dgm:cxn modelId="{042AA675-3F42-49D9-8899-B2E699C61719}" type="presParOf" srcId="{A17D52E7-F3D8-4A10-9FFC-D7B860DF5DBB}" destId="{4E2D13DC-DDD3-40C5-A19B-5FDC6EE41A7F}" srcOrd="0" destOrd="0" presId="urn:microsoft.com/office/officeart/2005/8/layout/hProcess11"/>
    <dgm:cxn modelId="{2A373174-0779-49B7-9EC3-5B60E481803D}" type="presParOf" srcId="{A17D52E7-F3D8-4A10-9FFC-D7B860DF5DBB}" destId="{0E39C646-1006-4056-BC70-EEDC6F867CEF}" srcOrd="1" destOrd="0" presId="urn:microsoft.com/office/officeart/2005/8/layout/hProcess11"/>
    <dgm:cxn modelId="{4C23EA70-9BEA-46D4-9347-7E959A83BC4D}" type="presParOf" srcId="{A17D52E7-F3D8-4A10-9FFC-D7B860DF5DBB}" destId="{1951E839-9534-4456-A313-8F79C78A1915}" srcOrd="2" destOrd="0" presId="urn:microsoft.com/office/officeart/2005/8/layout/hProcess11"/>
    <dgm:cxn modelId="{91CCBE37-C599-486E-B6A3-735AB43BFC0D}" type="presParOf" srcId="{67C25DB3-59B8-43EE-96F8-A6B635A0463A}" destId="{2514FDD0-A9FC-4961-9BF7-744C3BABA949}" srcOrd="5" destOrd="0" presId="urn:microsoft.com/office/officeart/2005/8/layout/hProcess11"/>
    <dgm:cxn modelId="{60885A74-61FB-4072-9931-B26DE7CE410B}" type="presParOf" srcId="{67C25DB3-59B8-43EE-96F8-A6B635A0463A}" destId="{64A5E592-D706-4D09-8922-AE98BF04EEFB}" srcOrd="6" destOrd="0" presId="urn:microsoft.com/office/officeart/2005/8/layout/hProcess11"/>
    <dgm:cxn modelId="{BDDD02F4-9F1B-41DD-ACF6-829E26D5D882}" type="presParOf" srcId="{64A5E592-D706-4D09-8922-AE98BF04EEFB}" destId="{F4085ACD-5786-41B3-919D-C38FB65CCC95}" srcOrd="0" destOrd="0" presId="urn:microsoft.com/office/officeart/2005/8/layout/hProcess11"/>
    <dgm:cxn modelId="{08337F81-2F57-41FA-ABDF-AA56F26ED939}" type="presParOf" srcId="{64A5E592-D706-4D09-8922-AE98BF04EEFB}" destId="{FA45DAE2-1C44-48E8-8249-82D947D3562C}" srcOrd="1" destOrd="0" presId="urn:microsoft.com/office/officeart/2005/8/layout/hProcess11"/>
    <dgm:cxn modelId="{4342F44D-FAFA-4E93-9581-0DAFBBFF3893}" type="presParOf" srcId="{64A5E592-D706-4D09-8922-AE98BF04EEFB}" destId="{F846E5FF-D54C-49BD-82E2-3FDAA34AE74B}" srcOrd="2" destOrd="0" presId="urn:microsoft.com/office/officeart/2005/8/layout/hProcess11"/>
    <dgm:cxn modelId="{C2AEE24A-BAD9-48B0-85D4-F714CAB70840}" type="presParOf" srcId="{67C25DB3-59B8-43EE-96F8-A6B635A0463A}" destId="{14A2BC4C-897C-43F8-9542-3EEB6CC092F3}" srcOrd="7" destOrd="0" presId="urn:microsoft.com/office/officeart/2005/8/layout/hProcess11"/>
    <dgm:cxn modelId="{01FD767B-9955-4D40-967B-7458D6187042}" type="presParOf" srcId="{67C25DB3-59B8-43EE-96F8-A6B635A0463A}" destId="{A15D4938-57BB-4735-866F-64CDC8A518E8}" srcOrd="8" destOrd="0" presId="urn:microsoft.com/office/officeart/2005/8/layout/hProcess11"/>
    <dgm:cxn modelId="{E7533C76-4CFE-4DDB-B64F-8C7C3413356B}" type="presParOf" srcId="{A15D4938-57BB-4735-866F-64CDC8A518E8}" destId="{FD4F3981-A8F0-4471-9E13-D88140C2A393}" srcOrd="0" destOrd="0" presId="urn:microsoft.com/office/officeart/2005/8/layout/hProcess11"/>
    <dgm:cxn modelId="{32A015ED-9F6B-4A91-BF74-E85A1110F848}" type="presParOf" srcId="{A15D4938-57BB-4735-866F-64CDC8A518E8}" destId="{DD276DF6-6B05-4A71-895F-4A9DDF52B5A3}" srcOrd="1" destOrd="0" presId="urn:microsoft.com/office/officeart/2005/8/layout/hProcess11"/>
    <dgm:cxn modelId="{3DDB8183-853C-494C-ACEB-CB077CDF5860}" type="presParOf" srcId="{A15D4938-57BB-4735-866F-64CDC8A518E8}" destId="{30A719E3-340B-4D18-9514-8257881C9699}" srcOrd="2" destOrd="0" presId="urn:microsoft.com/office/officeart/2005/8/layout/hProcess11"/>
    <dgm:cxn modelId="{9258EB0E-0DE4-4C84-9BEA-9DE22EE80B8A}" type="presParOf" srcId="{67C25DB3-59B8-43EE-96F8-A6B635A0463A}" destId="{38AAF2C6-0EA1-4B70-B161-730494CB6C00}" srcOrd="9" destOrd="0" presId="urn:microsoft.com/office/officeart/2005/8/layout/hProcess11"/>
    <dgm:cxn modelId="{3E77D11A-8D30-47E7-8618-98ECC312F2EA}" type="presParOf" srcId="{67C25DB3-59B8-43EE-96F8-A6B635A0463A}" destId="{C71CA493-1373-4DEC-AC2B-BD2638CA5A59}" srcOrd="10" destOrd="0" presId="urn:microsoft.com/office/officeart/2005/8/layout/hProcess11"/>
    <dgm:cxn modelId="{BB73F63E-3686-41F9-85FF-E99EBE65D46C}" type="presParOf" srcId="{C71CA493-1373-4DEC-AC2B-BD2638CA5A59}" destId="{F388DE4E-5785-4B13-8652-F3F92024BB30}" srcOrd="0" destOrd="0" presId="urn:microsoft.com/office/officeart/2005/8/layout/hProcess11"/>
    <dgm:cxn modelId="{B0E9B085-606E-407B-A1ED-FD6982924893}" type="presParOf" srcId="{C71CA493-1373-4DEC-AC2B-BD2638CA5A59}" destId="{A12DEC78-0187-4D62-8526-1E0FDEBCCCF0}" srcOrd="1" destOrd="0" presId="urn:microsoft.com/office/officeart/2005/8/layout/hProcess11"/>
    <dgm:cxn modelId="{7E6C6A07-325F-4A18-AAA7-62375DF357D8}" type="presParOf" srcId="{C71CA493-1373-4DEC-AC2B-BD2638CA5A59}" destId="{25489919-B51F-4CDB-B23F-881B565B5CAE}" srcOrd="2" destOrd="0" presId="urn:microsoft.com/office/officeart/2005/8/layout/hProcess11"/>
    <dgm:cxn modelId="{86373185-88DB-4373-AD6F-CAA0C39CE246}" type="presParOf" srcId="{67C25DB3-59B8-43EE-96F8-A6B635A0463A}" destId="{019B7A79-129D-4FDA-9AF6-37BD9E517B97}" srcOrd="11" destOrd="0" presId="urn:microsoft.com/office/officeart/2005/8/layout/hProcess11"/>
    <dgm:cxn modelId="{CEB29947-2F60-4825-A6A4-6DCAC4E357AC}" type="presParOf" srcId="{67C25DB3-59B8-43EE-96F8-A6B635A0463A}" destId="{38BD1DF1-424C-4A50-B0D6-933D8F39B055}" srcOrd="12" destOrd="0" presId="urn:microsoft.com/office/officeart/2005/8/layout/hProcess11"/>
    <dgm:cxn modelId="{3B8E8F13-6F44-4794-9B65-5E0362928245}" type="presParOf" srcId="{38BD1DF1-424C-4A50-B0D6-933D8F39B055}" destId="{0B934A1D-B31C-4700-B49D-F760AF250422}" srcOrd="0" destOrd="0" presId="urn:microsoft.com/office/officeart/2005/8/layout/hProcess11"/>
    <dgm:cxn modelId="{1B63CCAD-A682-440A-821D-EE7F11B3A0D0}" type="presParOf" srcId="{38BD1DF1-424C-4A50-B0D6-933D8F39B055}" destId="{06C9C31A-D806-48B9-B9DF-9D9DDEF5AC8B}" srcOrd="1" destOrd="0" presId="urn:microsoft.com/office/officeart/2005/8/layout/hProcess11"/>
    <dgm:cxn modelId="{79C6EB30-ADF6-4CA5-9EE0-3339EA6B5A7A}" type="presParOf" srcId="{38BD1DF1-424C-4A50-B0D6-933D8F39B055}" destId="{953612C6-8FED-44C0-99B5-A91A3FAF64D9}" srcOrd="2" destOrd="0" presId="urn:microsoft.com/office/officeart/2005/8/layout/hProcess11"/>
    <dgm:cxn modelId="{6961B482-E08C-43EA-AED5-401C1A9FDB59}" type="presParOf" srcId="{67C25DB3-59B8-43EE-96F8-A6B635A0463A}" destId="{CFED3320-B0D9-44E8-9131-161A7D33E48C}" srcOrd="13" destOrd="0" presId="urn:microsoft.com/office/officeart/2005/8/layout/hProcess11"/>
    <dgm:cxn modelId="{CB7EBC87-6BF2-496F-8F0E-F16719EDFE96}" type="presParOf" srcId="{67C25DB3-59B8-43EE-96F8-A6B635A0463A}" destId="{809E04DB-7F73-40AE-90C0-8AAF1B4B7A31}" srcOrd="14" destOrd="0" presId="urn:microsoft.com/office/officeart/2005/8/layout/hProcess11"/>
    <dgm:cxn modelId="{716C86E5-52BC-4717-93EC-6A9CE235E5D0}" type="presParOf" srcId="{809E04DB-7F73-40AE-90C0-8AAF1B4B7A31}" destId="{7595965C-FE44-4232-BE95-0F598C9E499A}" srcOrd="0" destOrd="0" presId="urn:microsoft.com/office/officeart/2005/8/layout/hProcess11"/>
    <dgm:cxn modelId="{B3221AA6-0615-4A20-A1B3-A4620F116C70}" type="presParOf" srcId="{809E04DB-7F73-40AE-90C0-8AAF1B4B7A31}" destId="{D36AA2B9-65F2-4BD4-8B91-7A1232933294}" srcOrd="1" destOrd="0" presId="urn:microsoft.com/office/officeart/2005/8/layout/hProcess11"/>
    <dgm:cxn modelId="{C2018856-7141-4AF7-9C5B-534643F42860}" type="presParOf" srcId="{809E04DB-7F73-40AE-90C0-8AAF1B4B7A31}" destId="{423EC37B-71B8-47A3-8CD9-271CF1E1FEDA}" srcOrd="2" destOrd="0" presId="urn:microsoft.com/office/officeart/2005/8/layout/hProcess11"/>
    <dgm:cxn modelId="{CE533783-D26E-41A1-B411-E7844B38DE6C}" type="presParOf" srcId="{67C25DB3-59B8-43EE-96F8-A6B635A0463A}" destId="{18013DBA-F4FD-4ED0-A7B8-720323C95297}" srcOrd="15" destOrd="0" presId="urn:microsoft.com/office/officeart/2005/8/layout/hProcess11"/>
    <dgm:cxn modelId="{BDAA747E-7B77-4A71-90B4-156CC94E5091}" type="presParOf" srcId="{67C25DB3-59B8-43EE-96F8-A6B635A0463A}" destId="{7B16C16A-D480-421D-8D7A-5455E7B29CE4}" srcOrd="16" destOrd="0" presId="urn:microsoft.com/office/officeart/2005/8/layout/hProcess11"/>
    <dgm:cxn modelId="{B4A5B353-21E2-4B31-A89C-8EF12085D277}" type="presParOf" srcId="{7B16C16A-D480-421D-8D7A-5455E7B29CE4}" destId="{BB693082-E2E0-4FB8-8706-2B49A978B5EA}" srcOrd="0" destOrd="0" presId="urn:microsoft.com/office/officeart/2005/8/layout/hProcess11"/>
    <dgm:cxn modelId="{697D25B8-7A79-491F-A999-9B1896D51FAC}" type="presParOf" srcId="{7B16C16A-D480-421D-8D7A-5455E7B29CE4}" destId="{034F37AF-4F05-48E0-AF40-AFFD1C473DD3}" srcOrd="1" destOrd="0" presId="urn:microsoft.com/office/officeart/2005/8/layout/hProcess11"/>
    <dgm:cxn modelId="{07B8491F-AC48-495B-AE01-98732D604216}" type="presParOf" srcId="{7B16C16A-D480-421D-8D7A-5455E7B29CE4}" destId="{CFA7C971-F2A8-4CC2-B7B2-CE079BADFB36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D90A4FB-502E-4095-AB07-7886A24A5804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D"/>
        </a:p>
      </dgm:t>
    </dgm:pt>
    <dgm:pt modelId="{265629BF-B9B9-49F6-8266-1F6736A0AF49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Sosialisasi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38258A8-CE50-4CF9-A42D-20D07382442A}" type="parTrans" cxnId="{7B73A72A-8C4C-4C83-AC70-7DFDB6A4943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6D3D7B0-FC9A-447F-9B15-99DEB88EFF4B}" type="sibTrans" cxnId="{7B73A72A-8C4C-4C83-AC70-7DFDB6A4943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9AC8FEF-0913-4EF9-B565-6E65A703722E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Pendaftaran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C5E31F3-D94C-4B6E-973D-30FDA59A31E3}" type="parTrans" cxnId="{879E9CF9-48B7-451C-A7B7-BC79812B2A9D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8F7DA23-CE1C-41C8-AB62-F0CEC834D77E}" type="sibTrans" cxnId="{879E9CF9-48B7-451C-A7B7-BC79812B2A9D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BCB7335-339C-4EE0-ADA1-682416A1CA16}">
      <dgm:prSet custT="1"/>
      <dgm:spPr/>
      <dgm:t>
        <a:bodyPr/>
        <a:lstStyle/>
        <a:p>
          <a:r>
            <a:rPr lang="en-ID" sz="1100" b="1">
              <a:latin typeface="Arial" panose="020B0604020202020204" pitchFamily="34" charset="0"/>
              <a:cs typeface="Arial" panose="020B0604020202020204" pitchFamily="34" charset="0"/>
            </a:rPr>
            <a:t>Technical Meeting</a:t>
          </a:r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2A64CB6-54E4-4964-925B-D0B8A42BDEE1}" type="parTrans" cxnId="{19324F6C-14FB-48AD-A80E-1BFD1D72FEF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188520F-75C4-4A28-90BF-F2238FA17582}" type="sibTrans" cxnId="{19324F6C-14FB-48AD-A80E-1BFD1D72FEF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AC2CAA0-571D-4193-9C3F-B6E97E3B1870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1.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Pengumpulan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Program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Inovasi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5B21780-7116-44BF-BDF2-8B88E6E46E28}" type="parTrans" cxnId="{BBC43B34-250A-4D9C-85DB-EF9B46C7544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566EA1A-CF01-4137-8010-59CB9DE4C726}" type="sibTrans" cxnId="{BBC43B34-250A-4D9C-85DB-EF9B46C7544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52AA499-344C-471A-817C-875D884DF9A4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1. </a:t>
          </a:r>
        </a:p>
        <a:p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Aksi Program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Inovasi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F7CB217-AA7C-4743-8269-0C8849ABD05F}" type="parTrans" cxnId="{F5873F59-F9E9-401A-A853-F4F6D72B6B82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245CBAE-0D4B-46CB-B13B-8FAD5A3A81EF}" type="sibTrans" cxnId="{F5873F59-F9E9-401A-A853-F4F6D72B6B82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C91FAE7-4BC0-44B9-A106-1280D40C543F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1.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Pelaporan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Aksi Program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Inovasi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CCB7B59-8847-48BB-A5ED-26F2C5AA6541}" type="parTrans" cxnId="{B7C9017E-F3FC-4795-A3DC-1D807C5CF3AF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83112D9-B9FD-4B3E-A231-596CC36E3372}" type="sibTrans" cxnId="{B7C9017E-F3FC-4795-A3DC-1D807C5CF3AF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4FC3D13-A9B5-43FD-8BDC-32AD5A21223A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2.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Visitasi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/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Verifikasi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Lapangan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C279119-C14C-4DE1-895B-8775BFDF47EB}" type="parTrans" cxnId="{C6F1ED92-9303-42F4-869E-72A434971F8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E562428-57E4-455A-B593-6F46320CC059}" type="sibTrans" cxnId="{C6F1ED92-9303-42F4-869E-72A434971F8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AC67526-5AE6-443A-AB52-D00DAFB78B31}">
      <dgm:prSet custT="1"/>
      <dgm:spPr/>
      <dgm:t>
        <a:bodyPr/>
        <a:lstStyle/>
        <a:p>
          <a:r>
            <a:rPr lang="it-IT" sz="1100" b="1" dirty="0">
              <a:latin typeface="Arial" panose="020B0604020202020204" pitchFamily="34" charset="0"/>
              <a:cs typeface="Arial" panose="020B0604020202020204" pitchFamily="34" charset="0"/>
            </a:rPr>
            <a:t>Tahap 3. Presentasi dan Wawancara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4C442B4-5DEF-414D-8D54-3DE545AE797D}" type="parTrans" cxnId="{027B2FDA-FAB7-463F-ACCE-300668912516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E6226FA-3EF7-4E85-A6FB-82A7595F1298}" type="sibTrans" cxnId="{027B2FDA-FAB7-463F-ACCE-300668912516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CB5C9D4-05EF-4BD9-B94F-8B792159FA04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Penganugerahan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Tahun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2025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F42C034-DCA9-4066-82BF-C02384793C5D}" type="parTrans" cxnId="{64B70E96-7C92-4D0B-9EC3-EFBFB88238E6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95D07F2-86DD-47ED-871C-53171A5CB280}" type="sibTrans" cxnId="{64B70E96-7C92-4D0B-9EC3-EFBFB88238E6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A959280-0739-4C57-8D1B-EDDBCCC6CC38}" type="pres">
      <dgm:prSet presAssocID="{7D90A4FB-502E-4095-AB07-7886A24A5804}" presName="Name0" presStyleCnt="0">
        <dgm:presLayoutVars>
          <dgm:dir/>
          <dgm:resizeHandles val="exact"/>
        </dgm:presLayoutVars>
      </dgm:prSet>
      <dgm:spPr/>
    </dgm:pt>
    <dgm:pt modelId="{EA42DC6E-3729-47FC-BA72-23BCEAC80376}" type="pres">
      <dgm:prSet presAssocID="{7D90A4FB-502E-4095-AB07-7886A24A5804}" presName="arrow" presStyleLbl="bgShp" presStyleIdx="0" presStyleCnt="1"/>
      <dgm:spPr/>
    </dgm:pt>
    <dgm:pt modelId="{67C25DB3-59B8-43EE-96F8-A6B635A0463A}" type="pres">
      <dgm:prSet presAssocID="{7D90A4FB-502E-4095-AB07-7886A24A5804}" presName="points" presStyleCnt="0"/>
      <dgm:spPr/>
    </dgm:pt>
    <dgm:pt modelId="{862F8CA3-EE3F-43C5-A651-304DA3960F58}" type="pres">
      <dgm:prSet presAssocID="{265629BF-B9B9-49F6-8266-1F6736A0AF49}" presName="compositeA" presStyleCnt="0"/>
      <dgm:spPr/>
    </dgm:pt>
    <dgm:pt modelId="{D4C0AF6D-D468-4FBC-A780-219EE1C02AC5}" type="pres">
      <dgm:prSet presAssocID="{265629BF-B9B9-49F6-8266-1F6736A0AF49}" presName="textA" presStyleLbl="revTx" presStyleIdx="0" presStyleCnt="9">
        <dgm:presLayoutVars>
          <dgm:bulletEnabled val="1"/>
        </dgm:presLayoutVars>
      </dgm:prSet>
      <dgm:spPr/>
    </dgm:pt>
    <dgm:pt modelId="{2D10A39D-54A6-447B-B679-72C5F88D7AB8}" type="pres">
      <dgm:prSet presAssocID="{265629BF-B9B9-49F6-8266-1F6736A0AF49}" presName="circleA" presStyleLbl="node1" presStyleIdx="0" presStyleCnt="9"/>
      <dgm:spPr/>
    </dgm:pt>
    <dgm:pt modelId="{407BEF36-2F95-48BD-BCE8-31300AABFA83}" type="pres">
      <dgm:prSet presAssocID="{265629BF-B9B9-49F6-8266-1F6736A0AF49}" presName="spaceA" presStyleCnt="0"/>
      <dgm:spPr/>
    </dgm:pt>
    <dgm:pt modelId="{7C6281F6-EF1A-44C2-ADCE-18FBF012688D}" type="pres">
      <dgm:prSet presAssocID="{46D3D7B0-FC9A-447F-9B15-99DEB88EFF4B}" presName="space" presStyleCnt="0"/>
      <dgm:spPr/>
    </dgm:pt>
    <dgm:pt modelId="{8DE6934D-4005-4614-9C04-7A46BB4A7A88}" type="pres">
      <dgm:prSet presAssocID="{49AC8FEF-0913-4EF9-B565-6E65A703722E}" presName="compositeB" presStyleCnt="0"/>
      <dgm:spPr/>
    </dgm:pt>
    <dgm:pt modelId="{FA41CF90-987B-4B2F-B0C0-0180C1FE4658}" type="pres">
      <dgm:prSet presAssocID="{49AC8FEF-0913-4EF9-B565-6E65A703722E}" presName="textB" presStyleLbl="revTx" presStyleIdx="1" presStyleCnt="9" custScaleX="129536">
        <dgm:presLayoutVars>
          <dgm:bulletEnabled val="1"/>
        </dgm:presLayoutVars>
      </dgm:prSet>
      <dgm:spPr/>
    </dgm:pt>
    <dgm:pt modelId="{4801C7F3-C012-4207-8347-23FA3835AB50}" type="pres">
      <dgm:prSet presAssocID="{49AC8FEF-0913-4EF9-B565-6E65A703722E}" presName="circleB" presStyleLbl="node1" presStyleIdx="1" presStyleCnt="9"/>
      <dgm:spPr/>
    </dgm:pt>
    <dgm:pt modelId="{D64AD0AB-090E-4E0C-BF58-DE2EAAEFFE53}" type="pres">
      <dgm:prSet presAssocID="{49AC8FEF-0913-4EF9-B565-6E65A703722E}" presName="spaceB" presStyleCnt="0"/>
      <dgm:spPr/>
    </dgm:pt>
    <dgm:pt modelId="{A83C80E0-C071-4851-9622-BDFFB529D0A7}" type="pres">
      <dgm:prSet presAssocID="{78F7DA23-CE1C-41C8-AB62-F0CEC834D77E}" presName="space" presStyleCnt="0"/>
      <dgm:spPr/>
    </dgm:pt>
    <dgm:pt modelId="{A17D52E7-F3D8-4A10-9FFC-D7B860DF5DBB}" type="pres">
      <dgm:prSet presAssocID="{7BCB7335-339C-4EE0-ADA1-682416A1CA16}" presName="compositeA" presStyleCnt="0"/>
      <dgm:spPr/>
    </dgm:pt>
    <dgm:pt modelId="{4E2D13DC-DDD3-40C5-A19B-5FDC6EE41A7F}" type="pres">
      <dgm:prSet presAssocID="{7BCB7335-339C-4EE0-ADA1-682416A1CA16}" presName="textA" presStyleLbl="revTx" presStyleIdx="2" presStyleCnt="9">
        <dgm:presLayoutVars>
          <dgm:bulletEnabled val="1"/>
        </dgm:presLayoutVars>
      </dgm:prSet>
      <dgm:spPr/>
    </dgm:pt>
    <dgm:pt modelId="{0E39C646-1006-4056-BC70-EEDC6F867CEF}" type="pres">
      <dgm:prSet presAssocID="{7BCB7335-339C-4EE0-ADA1-682416A1CA16}" presName="circleA" presStyleLbl="node1" presStyleIdx="2" presStyleCnt="9"/>
      <dgm:spPr/>
    </dgm:pt>
    <dgm:pt modelId="{1951E839-9534-4456-A313-8F79C78A1915}" type="pres">
      <dgm:prSet presAssocID="{7BCB7335-339C-4EE0-ADA1-682416A1CA16}" presName="spaceA" presStyleCnt="0"/>
      <dgm:spPr/>
    </dgm:pt>
    <dgm:pt modelId="{2514FDD0-A9FC-4961-9BF7-744C3BABA949}" type="pres">
      <dgm:prSet presAssocID="{F188520F-75C4-4A28-90BF-F2238FA17582}" presName="space" presStyleCnt="0"/>
      <dgm:spPr/>
    </dgm:pt>
    <dgm:pt modelId="{64A5E592-D706-4D09-8922-AE98BF04EEFB}" type="pres">
      <dgm:prSet presAssocID="{5AC2CAA0-571D-4193-9C3F-B6E97E3B1870}" presName="compositeB" presStyleCnt="0"/>
      <dgm:spPr/>
    </dgm:pt>
    <dgm:pt modelId="{F4085ACD-5786-41B3-919D-C38FB65CCC95}" type="pres">
      <dgm:prSet presAssocID="{5AC2CAA0-571D-4193-9C3F-B6E97E3B1870}" presName="textB" presStyleLbl="revTx" presStyleIdx="3" presStyleCnt="9" custScaleX="128711">
        <dgm:presLayoutVars>
          <dgm:bulletEnabled val="1"/>
        </dgm:presLayoutVars>
      </dgm:prSet>
      <dgm:spPr/>
    </dgm:pt>
    <dgm:pt modelId="{FA45DAE2-1C44-48E8-8249-82D947D3562C}" type="pres">
      <dgm:prSet presAssocID="{5AC2CAA0-571D-4193-9C3F-B6E97E3B1870}" presName="circleB" presStyleLbl="node1" presStyleIdx="3" presStyleCnt="9"/>
      <dgm:spPr/>
    </dgm:pt>
    <dgm:pt modelId="{F846E5FF-D54C-49BD-82E2-3FDAA34AE74B}" type="pres">
      <dgm:prSet presAssocID="{5AC2CAA0-571D-4193-9C3F-B6E97E3B1870}" presName="spaceB" presStyleCnt="0"/>
      <dgm:spPr/>
    </dgm:pt>
    <dgm:pt modelId="{14A2BC4C-897C-43F8-9542-3EEB6CC092F3}" type="pres">
      <dgm:prSet presAssocID="{6566EA1A-CF01-4137-8010-59CB9DE4C726}" presName="space" presStyleCnt="0"/>
      <dgm:spPr/>
    </dgm:pt>
    <dgm:pt modelId="{A15D4938-57BB-4735-866F-64CDC8A518E8}" type="pres">
      <dgm:prSet presAssocID="{052AA499-344C-471A-817C-875D884DF9A4}" presName="compositeA" presStyleCnt="0"/>
      <dgm:spPr/>
    </dgm:pt>
    <dgm:pt modelId="{FD4F3981-A8F0-4471-9E13-D88140C2A393}" type="pres">
      <dgm:prSet presAssocID="{052AA499-344C-471A-817C-875D884DF9A4}" presName="textA" presStyleLbl="revTx" presStyleIdx="4" presStyleCnt="9" custScaleX="123269">
        <dgm:presLayoutVars>
          <dgm:bulletEnabled val="1"/>
        </dgm:presLayoutVars>
      </dgm:prSet>
      <dgm:spPr/>
    </dgm:pt>
    <dgm:pt modelId="{DD276DF6-6B05-4A71-895F-4A9DDF52B5A3}" type="pres">
      <dgm:prSet presAssocID="{052AA499-344C-471A-817C-875D884DF9A4}" presName="circleA" presStyleLbl="node1" presStyleIdx="4" presStyleCnt="9"/>
      <dgm:spPr/>
    </dgm:pt>
    <dgm:pt modelId="{30A719E3-340B-4D18-9514-8257881C9699}" type="pres">
      <dgm:prSet presAssocID="{052AA499-344C-471A-817C-875D884DF9A4}" presName="spaceA" presStyleCnt="0"/>
      <dgm:spPr/>
    </dgm:pt>
    <dgm:pt modelId="{38AAF2C6-0EA1-4B70-B161-730494CB6C00}" type="pres">
      <dgm:prSet presAssocID="{5245CBAE-0D4B-46CB-B13B-8FAD5A3A81EF}" presName="space" presStyleCnt="0"/>
      <dgm:spPr/>
    </dgm:pt>
    <dgm:pt modelId="{C71CA493-1373-4DEC-AC2B-BD2638CA5A59}" type="pres">
      <dgm:prSet presAssocID="{1C91FAE7-4BC0-44B9-A106-1280D40C543F}" presName="compositeB" presStyleCnt="0"/>
      <dgm:spPr/>
    </dgm:pt>
    <dgm:pt modelId="{F388DE4E-5785-4B13-8652-F3F92024BB30}" type="pres">
      <dgm:prSet presAssocID="{1C91FAE7-4BC0-44B9-A106-1280D40C543F}" presName="textB" presStyleLbl="revTx" presStyleIdx="5" presStyleCnt="9" custScaleX="120380">
        <dgm:presLayoutVars>
          <dgm:bulletEnabled val="1"/>
        </dgm:presLayoutVars>
      </dgm:prSet>
      <dgm:spPr/>
    </dgm:pt>
    <dgm:pt modelId="{A12DEC78-0187-4D62-8526-1E0FDEBCCCF0}" type="pres">
      <dgm:prSet presAssocID="{1C91FAE7-4BC0-44B9-A106-1280D40C543F}" presName="circleB" presStyleLbl="node1" presStyleIdx="5" presStyleCnt="9"/>
      <dgm:spPr/>
    </dgm:pt>
    <dgm:pt modelId="{25489919-B51F-4CDB-B23F-881B565B5CAE}" type="pres">
      <dgm:prSet presAssocID="{1C91FAE7-4BC0-44B9-A106-1280D40C543F}" presName="spaceB" presStyleCnt="0"/>
      <dgm:spPr/>
    </dgm:pt>
    <dgm:pt modelId="{019B7A79-129D-4FDA-9AF6-37BD9E517B97}" type="pres">
      <dgm:prSet presAssocID="{D83112D9-B9FD-4B3E-A231-596CC36E3372}" presName="space" presStyleCnt="0"/>
      <dgm:spPr/>
    </dgm:pt>
    <dgm:pt modelId="{38BD1DF1-424C-4A50-B0D6-933D8F39B055}" type="pres">
      <dgm:prSet presAssocID="{D4FC3D13-A9B5-43FD-8BDC-32AD5A21223A}" presName="compositeA" presStyleCnt="0"/>
      <dgm:spPr/>
    </dgm:pt>
    <dgm:pt modelId="{0B934A1D-B31C-4700-B49D-F760AF250422}" type="pres">
      <dgm:prSet presAssocID="{D4FC3D13-A9B5-43FD-8BDC-32AD5A21223A}" presName="textA" presStyleLbl="revTx" presStyleIdx="6" presStyleCnt="9">
        <dgm:presLayoutVars>
          <dgm:bulletEnabled val="1"/>
        </dgm:presLayoutVars>
      </dgm:prSet>
      <dgm:spPr/>
    </dgm:pt>
    <dgm:pt modelId="{06C9C31A-D806-48B9-B9DF-9D9DDEF5AC8B}" type="pres">
      <dgm:prSet presAssocID="{D4FC3D13-A9B5-43FD-8BDC-32AD5A21223A}" presName="circleA" presStyleLbl="node1" presStyleIdx="6" presStyleCnt="9"/>
      <dgm:spPr/>
    </dgm:pt>
    <dgm:pt modelId="{953612C6-8FED-44C0-99B5-A91A3FAF64D9}" type="pres">
      <dgm:prSet presAssocID="{D4FC3D13-A9B5-43FD-8BDC-32AD5A21223A}" presName="spaceA" presStyleCnt="0"/>
      <dgm:spPr/>
    </dgm:pt>
    <dgm:pt modelId="{CFED3320-B0D9-44E8-9131-161A7D33E48C}" type="pres">
      <dgm:prSet presAssocID="{FE562428-57E4-455A-B593-6F46320CC059}" presName="space" presStyleCnt="0"/>
      <dgm:spPr/>
    </dgm:pt>
    <dgm:pt modelId="{809E04DB-7F73-40AE-90C0-8AAF1B4B7A31}" type="pres">
      <dgm:prSet presAssocID="{2AC67526-5AE6-443A-AB52-D00DAFB78B31}" presName="compositeB" presStyleCnt="0"/>
      <dgm:spPr/>
    </dgm:pt>
    <dgm:pt modelId="{7595965C-FE44-4232-BE95-0F598C9E499A}" type="pres">
      <dgm:prSet presAssocID="{2AC67526-5AE6-443A-AB52-D00DAFB78B31}" presName="textB" presStyleLbl="revTx" presStyleIdx="7" presStyleCnt="9" custScaleX="120307">
        <dgm:presLayoutVars>
          <dgm:bulletEnabled val="1"/>
        </dgm:presLayoutVars>
      </dgm:prSet>
      <dgm:spPr/>
    </dgm:pt>
    <dgm:pt modelId="{D36AA2B9-65F2-4BD4-8B91-7A1232933294}" type="pres">
      <dgm:prSet presAssocID="{2AC67526-5AE6-443A-AB52-D00DAFB78B31}" presName="circleB" presStyleLbl="node1" presStyleIdx="7" presStyleCnt="9"/>
      <dgm:spPr/>
    </dgm:pt>
    <dgm:pt modelId="{423EC37B-71B8-47A3-8CD9-271CF1E1FEDA}" type="pres">
      <dgm:prSet presAssocID="{2AC67526-5AE6-443A-AB52-D00DAFB78B31}" presName="spaceB" presStyleCnt="0"/>
      <dgm:spPr/>
    </dgm:pt>
    <dgm:pt modelId="{18013DBA-F4FD-4ED0-A7B8-720323C95297}" type="pres">
      <dgm:prSet presAssocID="{9E6226FA-3EF7-4E85-A6FB-82A7595F1298}" presName="space" presStyleCnt="0"/>
      <dgm:spPr/>
    </dgm:pt>
    <dgm:pt modelId="{7B16C16A-D480-421D-8D7A-5455E7B29CE4}" type="pres">
      <dgm:prSet presAssocID="{ACB5C9D4-05EF-4BD9-B94F-8B792159FA04}" presName="compositeA" presStyleCnt="0"/>
      <dgm:spPr/>
    </dgm:pt>
    <dgm:pt modelId="{BB693082-E2E0-4FB8-8706-2B49A978B5EA}" type="pres">
      <dgm:prSet presAssocID="{ACB5C9D4-05EF-4BD9-B94F-8B792159FA04}" presName="textA" presStyleLbl="revTx" presStyleIdx="8" presStyleCnt="9" custScaleX="164948">
        <dgm:presLayoutVars>
          <dgm:bulletEnabled val="1"/>
        </dgm:presLayoutVars>
      </dgm:prSet>
      <dgm:spPr/>
    </dgm:pt>
    <dgm:pt modelId="{034F37AF-4F05-48E0-AF40-AFFD1C473DD3}" type="pres">
      <dgm:prSet presAssocID="{ACB5C9D4-05EF-4BD9-B94F-8B792159FA04}" presName="circleA" presStyleLbl="node1" presStyleIdx="8" presStyleCnt="9"/>
      <dgm:spPr/>
    </dgm:pt>
    <dgm:pt modelId="{CFA7C971-F2A8-4CC2-B7B2-CE079BADFB36}" type="pres">
      <dgm:prSet presAssocID="{ACB5C9D4-05EF-4BD9-B94F-8B792159FA04}" presName="spaceA" presStyleCnt="0"/>
      <dgm:spPr/>
    </dgm:pt>
  </dgm:ptLst>
  <dgm:cxnLst>
    <dgm:cxn modelId="{589A9C11-E192-471A-A217-7384935D7A47}" type="presOf" srcId="{ACB5C9D4-05EF-4BD9-B94F-8B792159FA04}" destId="{BB693082-E2E0-4FB8-8706-2B49A978B5EA}" srcOrd="0" destOrd="0" presId="urn:microsoft.com/office/officeart/2005/8/layout/hProcess11"/>
    <dgm:cxn modelId="{2A466B14-3B7C-49C6-9EA7-B23B72F933FC}" type="presOf" srcId="{7D90A4FB-502E-4095-AB07-7886A24A5804}" destId="{FA959280-0739-4C57-8D1B-EDDBCCC6CC38}" srcOrd="0" destOrd="0" presId="urn:microsoft.com/office/officeart/2005/8/layout/hProcess11"/>
    <dgm:cxn modelId="{7B73A72A-8C4C-4C83-AC70-7DFDB6A49439}" srcId="{7D90A4FB-502E-4095-AB07-7886A24A5804}" destId="{265629BF-B9B9-49F6-8266-1F6736A0AF49}" srcOrd="0" destOrd="0" parTransId="{338258A8-CE50-4CF9-A42D-20D07382442A}" sibTransId="{46D3D7B0-FC9A-447F-9B15-99DEB88EFF4B}"/>
    <dgm:cxn modelId="{BBC43B34-250A-4D9C-85DB-EF9B46C75449}" srcId="{7D90A4FB-502E-4095-AB07-7886A24A5804}" destId="{5AC2CAA0-571D-4193-9C3F-B6E97E3B1870}" srcOrd="3" destOrd="0" parTransId="{45B21780-7116-44BF-BDF2-8B88E6E46E28}" sibTransId="{6566EA1A-CF01-4137-8010-59CB9DE4C726}"/>
    <dgm:cxn modelId="{336A9461-2E1A-447B-95D9-0435A96797AE}" type="presOf" srcId="{2AC67526-5AE6-443A-AB52-D00DAFB78B31}" destId="{7595965C-FE44-4232-BE95-0F598C9E499A}" srcOrd="0" destOrd="0" presId="urn:microsoft.com/office/officeart/2005/8/layout/hProcess11"/>
    <dgm:cxn modelId="{19324F6C-14FB-48AD-A80E-1BFD1D72FEF9}" srcId="{7D90A4FB-502E-4095-AB07-7886A24A5804}" destId="{7BCB7335-339C-4EE0-ADA1-682416A1CA16}" srcOrd="2" destOrd="0" parTransId="{F2A64CB6-54E4-4964-925B-D0B8A42BDEE1}" sibTransId="{F188520F-75C4-4A28-90BF-F2238FA17582}"/>
    <dgm:cxn modelId="{704A5D6D-54D9-461E-8D67-EA03C28E3433}" type="presOf" srcId="{D4FC3D13-A9B5-43FD-8BDC-32AD5A21223A}" destId="{0B934A1D-B31C-4700-B49D-F760AF250422}" srcOrd="0" destOrd="0" presId="urn:microsoft.com/office/officeart/2005/8/layout/hProcess11"/>
    <dgm:cxn modelId="{98EEE175-8384-4997-9CD1-2E371B453E05}" type="presOf" srcId="{052AA499-344C-471A-817C-875D884DF9A4}" destId="{FD4F3981-A8F0-4471-9E13-D88140C2A393}" srcOrd="0" destOrd="0" presId="urn:microsoft.com/office/officeart/2005/8/layout/hProcess11"/>
    <dgm:cxn modelId="{F5873F59-F9E9-401A-A853-F4F6D72B6B82}" srcId="{7D90A4FB-502E-4095-AB07-7886A24A5804}" destId="{052AA499-344C-471A-817C-875D884DF9A4}" srcOrd="4" destOrd="0" parTransId="{AF7CB217-AA7C-4743-8269-0C8849ABD05F}" sibTransId="{5245CBAE-0D4B-46CB-B13B-8FAD5A3A81EF}"/>
    <dgm:cxn modelId="{B7C9017E-F3FC-4795-A3DC-1D807C5CF3AF}" srcId="{7D90A4FB-502E-4095-AB07-7886A24A5804}" destId="{1C91FAE7-4BC0-44B9-A106-1280D40C543F}" srcOrd="5" destOrd="0" parTransId="{CCCB7B59-8847-48BB-A5ED-26F2C5AA6541}" sibTransId="{D83112D9-B9FD-4B3E-A231-596CC36E3372}"/>
    <dgm:cxn modelId="{9904B385-DA8F-437F-B0B5-990DADD47947}" type="presOf" srcId="{1C91FAE7-4BC0-44B9-A106-1280D40C543F}" destId="{F388DE4E-5785-4B13-8652-F3F92024BB30}" srcOrd="0" destOrd="0" presId="urn:microsoft.com/office/officeart/2005/8/layout/hProcess11"/>
    <dgm:cxn modelId="{7AAFDD89-5221-4970-8D3E-01145AA93A0E}" type="presOf" srcId="{5AC2CAA0-571D-4193-9C3F-B6E97E3B1870}" destId="{F4085ACD-5786-41B3-919D-C38FB65CCC95}" srcOrd="0" destOrd="0" presId="urn:microsoft.com/office/officeart/2005/8/layout/hProcess11"/>
    <dgm:cxn modelId="{D9F4068C-31EC-46AD-A418-74E5FD5D0C5C}" type="presOf" srcId="{49AC8FEF-0913-4EF9-B565-6E65A703722E}" destId="{FA41CF90-987B-4B2F-B0C0-0180C1FE4658}" srcOrd="0" destOrd="0" presId="urn:microsoft.com/office/officeart/2005/8/layout/hProcess11"/>
    <dgm:cxn modelId="{C6F1ED92-9303-42F4-869E-72A434971F89}" srcId="{7D90A4FB-502E-4095-AB07-7886A24A5804}" destId="{D4FC3D13-A9B5-43FD-8BDC-32AD5A21223A}" srcOrd="6" destOrd="0" parTransId="{BC279119-C14C-4DE1-895B-8775BFDF47EB}" sibTransId="{FE562428-57E4-455A-B593-6F46320CC059}"/>
    <dgm:cxn modelId="{64B70E96-7C92-4D0B-9EC3-EFBFB88238E6}" srcId="{7D90A4FB-502E-4095-AB07-7886A24A5804}" destId="{ACB5C9D4-05EF-4BD9-B94F-8B792159FA04}" srcOrd="8" destOrd="0" parTransId="{2F42C034-DCA9-4066-82BF-C02384793C5D}" sibTransId="{F95D07F2-86DD-47ED-871C-53171A5CB280}"/>
    <dgm:cxn modelId="{A80420DA-07DF-4648-AA6C-2A76B1F9D21C}" type="presOf" srcId="{265629BF-B9B9-49F6-8266-1F6736A0AF49}" destId="{D4C0AF6D-D468-4FBC-A780-219EE1C02AC5}" srcOrd="0" destOrd="0" presId="urn:microsoft.com/office/officeart/2005/8/layout/hProcess11"/>
    <dgm:cxn modelId="{027B2FDA-FAB7-463F-ACCE-300668912516}" srcId="{7D90A4FB-502E-4095-AB07-7886A24A5804}" destId="{2AC67526-5AE6-443A-AB52-D00DAFB78B31}" srcOrd="7" destOrd="0" parTransId="{E4C442B4-5DEF-414D-8D54-3DE545AE797D}" sibTransId="{9E6226FA-3EF7-4E85-A6FB-82A7595F1298}"/>
    <dgm:cxn modelId="{821515F5-6ADD-4867-B88C-F52DB04BAAF8}" type="presOf" srcId="{7BCB7335-339C-4EE0-ADA1-682416A1CA16}" destId="{4E2D13DC-DDD3-40C5-A19B-5FDC6EE41A7F}" srcOrd="0" destOrd="0" presId="urn:microsoft.com/office/officeart/2005/8/layout/hProcess11"/>
    <dgm:cxn modelId="{879E9CF9-48B7-451C-A7B7-BC79812B2A9D}" srcId="{7D90A4FB-502E-4095-AB07-7886A24A5804}" destId="{49AC8FEF-0913-4EF9-B565-6E65A703722E}" srcOrd="1" destOrd="0" parTransId="{0C5E31F3-D94C-4B6E-973D-30FDA59A31E3}" sibTransId="{78F7DA23-CE1C-41C8-AB62-F0CEC834D77E}"/>
    <dgm:cxn modelId="{888A6E35-4011-410E-844A-45483D46B7F0}" type="presParOf" srcId="{FA959280-0739-4C57-8D1B-EDDBCCC6CC38}" destId="{EA42DC6E-3729-47FC-BA72-23BCEAC80376}" srcOrd="0" destOrd="0" presId="urn:microsoft.com/office/officeart/2005/8/layout/hProcess11"/>
    <dgm:cxn modelId="{B6F27AFB-EF09-4A81-B9C4-EE32AD69EA49}" type="presParOf" srcId="{FA959280-0739-4C57-8D1B-EDDBCCC6CC38}" destId="{67C25DB3-59B8-43EE-96F8-A6B635A0463A}" srcOrd="1" destOrd="0" presId="urn:microsoft.com/office/officeart/2005/8/layout/hProcess11"/>
    <dgm:cxn modelId="{18ABC04D-8E8D-4A12-9EDD-DADC76A861F0}" type="presParOf" srcId="{67C25DB3-59B8-43EE-96F8-A6B635A0463A}" destId="{862F8CA3-EE3F-43C5-A651-304DA3960F58}" srcOrd="0" destOrd="0" presId="urn:microsoft.com/office/officeart/2005/8/layout/hProcess11"/>
    <dgm:cxn modelId="{B5CC30C4-347F-4634-8DA3-A3876DB615FE}" type="presParOf" srcId="{862F8CA3-EE3F-43C5-A651-304DA3960F58}" destId="{D4C0AF6D-D468-4FBC-A780-219EE1C02AC5}" srcOrd="0" destOrd="0" presId="urn:microsoft.com/office/officeart/2005/8/layout/hProcess11"/>
    <dgm:cxn modelId="{9BB8A96C-CF9B-47D3-87D5-D5C14E34210A}" type="presParOf" srcId="{862F8CA3-EE3F-43C5-A651-304DA3960F58}" destId="{2D10A39D-54A6-447B-B679-72C5F88D7AB8}" srcOrd="1" destOrd="0" presId="urn:microsoft.com/office/officeart/2005/8/layout/hProcess11"/>
    <dgm:cxn modelId="{F4935656-BE79-419E-9CA1-9B47470CE1CB}" type="presParOf" srcId="{862F8CA3-EE3F-43C5-A651-304DA3960F58}" destId="{407BEF36-2F95-48BD-BCE8-31300AABFA83}" srcOrd="2" destOrd="0" presId="urn:microsoft.com/office/officeart/2005/8/layout/hProcess11"/>
    <dgm:cxn modelId="{45A2B826-6D0E-4D6D-BA26-28B5829ED318}" type="presParOf" srcId="{67C25DB3-59B8-43EE-96F8-A6B635A0463A}" destId="{7C6281F6-EF1A-44C2-ADCE-18FBF012688D}" srcOrd="1" destOrd="0" presId="urn:microsoft.com/office/officeart/2005/8/layout/hProcess11"/>
    <dgm:cxn modelId="{8F4EC322-3777-46A5-ADB8-374DA3BA97B1}" type="presParOf" srcId="{67C25DB3-59B8-43EE-96F8-A6B635A0463A}" destId="{8DE6934D-4005-4614-9C04-7A46BB4A7A88}" srcOrd="2" destOrd="0" presId="urn:microsoft.com/office/officeart/2005/8/layout/hProcess11"/>
    <dgm:cxn modelId="{68B09D87-DF78-4E21-B754-34E31103B9B0}" type="presParOf" srcId="{8DE6934D-4005-4614-9C04-7A46BB4A7A88}" destId="{FA41CF90-987B-4B2F-B0C0-0180C1FE4658}" srcOrd="0" destOrd="0" presId="urn:microsoft.com/office/officeart/2005/8/layout/hProcess11"/>
    <dgm:cxn modelId="{2C8F11CD-C2DA-4E05-ABCE-D14A0347CAF9}" type="presParOf" srcId="{8DE6934D-4005-4614-9C04-7A46BB4A7A88}" destId="{4801C7F3-C012-4207-8347-23FA3835AB50}" srcOrd="1" destOrd="0" presId="urn:microsoft.com/office/officeart/2005/8/layout/hProcess11"/>
    <dgm:cxn modelId="{45979AA2-ADF3-465B-8C6F-554D238E07C6}" type="presParOf" srcId="{8DE6934D-4005-4614-9C04-7A46BB4A7A88}" destId="{D64AD0AB-090E-4E0C-BF58-DE2EAAEFFE53}" srcOrd="2" destOrd="0" presId="urn:microsoft.com/office/officeart/2005/8/layout/hProcess11"/>
    <dgm:cxn modelId="{90E29755-8E5F-4BAB-9826-4F19527031FB}" type="presParOf" srcId="{67C25DB3-59B8-43EE-96F8-A6B635A0463A}" destId="{A83C80E0-C071-4851-9622-BDFFB529D0A7}" srcOrd="3" destOrd="0" presId="urn:microsoft.com/office/officeart/2005/8/layout/hProcess11"/>
    <dgm:cxn modelId="{D228973A-E2D9-4E22-A901-6D4482CD81A0}" type="presParOf" srcId="{67C25DB3-59B8-43EE-96F8-A6B635A0463A}" destId="{A17D52E7-F3D8-4A10-9FFC-D7B860DF5DBB}" srcOrd="4" destOrd="0" presId="urn:microsoft.com/office/officeart/2005/8/layout/hProcess11"/>
    <dgm:cxn modelId="{042AA675-3F42-49D9-8899-B2E699C61719}" type="presParOf" srcId="{A17D52E7-F3D8-4A10-9FFC-D7B860DF5DBB}" destId="{4E2D13DC-DDD3-40C5-A19B-5FDC6EE41A7F}" srcOrd="0" destOrd="0" presId="urn:microsoft.com/office/officeart/2005/8/layout/hProcess11"/>
    <dgm:cxn modelId="{2A373174-0779-49B7-9EC3-5B60E481803D}" type="presParOf" srcId="{A17D52E7-F3D8-4A10-9FFC-D7B860DF5DBB}" destId="{0E39C646-1006-4056-BC70-EEDC6F867CEF}" srcOrd="1" destOrd="0" presId="urn:microsoft.com/office/officeart/2005/8/layout/hProcess11"/>
    <dgm:cxn modelId="{4C23EA70-9BEA-46D4-9347-7E959A83BC4D}" type="presParOf" srcId="{A17D52E7-F3D8-4A10-9FFC-D7B860DF5DBB}" destId="{1951E839-9534-4456-A313-8F79C78A1915}" srcOrd="2" destOrd="0" presId="urn:microsoft.com/office/officeart/2005/8/layout/hProcess11"/>
    <dgm:cxn modelId="{91CCBE37-C599-486E-B6A3-735AB43BFC0D}" type="presParOf" srcId="{67C25DB3-59B8-43EE-96F8-A6B635A0463A}" destId="{2514FDD0-A9FC-4961-9BF7-744C3BABA949}" srcOrd="5" destOrd="0" presId="urn:microsoft.com/office/officeart/2005/8/layout/hProcess11"/>
    <dgm:cxn modelId="{60885A74-61FB-4072-9931-B26DE7CE410B}" type="presParOf" srcId="{67C25DB3-59B8-43EE-96F8-A6B635A0463A}" destId="{64A5E592-D706-4D09-8922-AE98BF04EEFB}" srcOrd="6" destOrd="0" presId="urn:microsoft.com/office/officeart/2005/8/layout/hProcess11"/>
    <dgm:cxn modelId="{BDDD02F4-9F1B-41DD-ACF6-829E26D5D882}" type="presParOf" srcId="{64A5E592-D706-4D09-8922-AE98BF04EEFB}" destId="{F4085ACD-5786-41B3-919D-C38FB65CCC95}" srcOrd="0" destOrd="0" presId="urn:microsoft.com/office/officeart/2005/8/layout/hProcess11"/>
    <dgm:cxn modelId="{08337F81-2F57-41FA-ABDF-AA56F26ED939}" type="presParOf" srcId="{64A5E592-D706-4D09-8922-AE98BF04EEFB}" destId="{FA45DAE2-1C44-48E8-8249-82D947D3562C}" srcOrd="1" destOrd="0" presId="urn:microsoft.com/office/officeart/2005/8/layout/hProcess11"/>
    <dgm:cxn modelId="{4342F44D-FAFA-4E93-9581-0DAFBBFF3893}" type="presParOf" srcId="{64A5E592-D706-4D09-8922-AE98BF04EEFB}" destId="{F846E5FF-D54C-49BD-82E2-3FDAA34AE74B}" srcOrd="2" destOrd="0" presId="urn:microsoft.com/office/officeart/2005/8/layout/hProcess11"/>
    <dgm:cxn modelId="{C2AEE24A-BAD9-48B0-85D4-F714CAB70840}" type="presParOf" srcId="{67C25DB3-59B8-43EE-96F8-A6B635A0463A}" destId="{14A2BC4C-897C-43F8-9542-3EEB6CC092F3}" srcOrd="7" destOrd="0" presId="urn:microsoft.com/office/officeart/2005/8/layout/hProcess11"/>
    <dgm:cxn modelId="{01FD767B-9955-4D40-967B-7458D6187042}" type="presParOf" srcId="{67C25DB3-59B8-43EE-96F8-A6B635A0463A}" destId="{A15D4938-57BB-4735-866F-64CDC8A518E8}" srcOrd="8" destOrd="0" presId="urn:microsoft.com/office/officeart/2005/8/layout/hProcess11"/>
    <dgm:cxn modelId="{E7533C76-4CFE-4DDB-B64F-8C7C3413356B}" type="presParOf" srcId="{A15D4938-57BB-4735-866F-64CDC8A518E8}" destId="{FD4F3981-A8F0-4471-9E13-D88140C2A393}" srcOrd="0" destOrd="0" presId="urn:microsoft.com/office/officeart/2005/8/layout/hProcess11"/>
    <dgm:cxn modelId="{32A015ED-9F6B-4A91-BF74-E85A1110F848}" type="presParOf" srcId="{A15D4938-57BB-4735-866F-64CDC8A518E8}" destId="{DD276DF6-6B05-4A71-895F-4A9DDF52B5A3}" srcOrd="1" destOrd="0" presId="urn:microsoft.com/office/officeart/2005/8/layout/hProcess11"/>
    <dgm:cxn modelId="{3DDB8183-853C-494C-ACEB-CB077CDF5860}" type="presParOf" srcId="{A15D4938-57BB-4735-866F-64CDC8A518E8}" destId="{30A719E3-340B-4D18-9514-8257881C9699}" srcOrd="2" destOrd="0" presId="urn:microsoft.com/office/officeart/2005/8/layout/hProcess11"/>
    <dgm:cxn modelId="{9258EB0E-0DE4-4C84-9BEA-9DE22EE80B8A}" type="presParOf" srcId="{67C25DB3-59B8-43EE-96F8-A6B635A0463A}" destId="{38AAF2C6-0EA1-4B70-B161-730494CB6C00}" srcOrd="9" destOrd="0" presId="urn:microsoft.com/office/officeart/2005/8/layout/hProcess11"/>
    <dgm:cxn modelId="{3E77D11A-8D30-47E7-8618-98ECC312F2EA}" type="presParOf" srcId="{67C25DB3-59B8-43EE-96F8-A6B635A0463A}" destId="{C71CA493-1373-4DEC-AC2B-BD2638CA5A59}" srcOrd="10" destOrd="0" presId="urn:microsoft.com/office/officeart/2005/8/layout/hProcess11"/>
    <dgm:cxn modelId="{BB73F63E-3686-41F9-85FF-E99EBE65D46C}" type="presParOf" srcId="{C71CA493-1373-4DEC-AC2B-BD2638CA5A59}" destId="{F388DE4E-5785-4B13-8652-F3F92024BB30}" srcOrd="0" destOrd="0" presId="urn:microsoft.com/office/officeart/2005/8/layout/hProcess11"/>
    <dgm:cxn modelId="{B0E9B085-606E-407B-A1ED-FD6982924893}" type="presParOf" srcId="{C71CA493-1373-4DEC-AC2B-BD2638CA5A59}" destId="{A12DEC78-0187-4D62-8526-1E0FDEBCCCF0}" srcOrd="1" destOrd="0" presId="urn:microsoft.com/office/officeart/2005/8/layout/hProcess11"/>
    <dgm:cxn modelId="{7E6C6A07-325F-4A18-AAA7-62375DF357D8}" type="presParOf" srcId="{C71CA493-1373-4DEC-AC2B-BD2638CA5A59}" destId="{25489919-B51F-4CDB-B23F-881B565B5CAE}" srcOrd="2" destOrd="0" presId="urn:microsoft.com/office/officeart/2005/8/layout/hProcess11"/>
    <dgm:cxn modelId="{86373185-88DB-4373-AD6F-CAA0C39CE246}" type="presParOf" srcId="{67C25DB3-59B8-43EE-96F8-A6B635A0463A}" destId="{019B7A79-129D-4FDA-9AF6-37BD9E517B97}" srcOrd="11" destOrd="0" presId="urn:microsoft.com/office/officeart/2005/8/layout/hProcess11"/>
    <dgm:cxn modelId="{CEB29947-2F60-4825-A6A4-6DCAC4E357AC}" type="presParOf" srcId="{67C25DB3-59B8-43EE-96F8-A6B635A0463A}" destId="{38BD1DF1-424C-4A50-B0D6-933D8F39B055}" srcOrd="12" destOrd="0" presId="urn:microsoft.com/office/officeart/2005/8/layout/hProcess11"/>
    <dgm:cxn modelId="{3B8E8F13-6F44-4794-9B65-5E0362928245}" type="presParOf" srcId="{38BD1DF1-424C-4A50-B0D6-933D8F39B055}" destId="{0B934A1D-B31C-4700-B49D-F760AF250422}" srcOrd="0" destOrd="0" presId="urn:microsoft.com/office/officeart/2005/8/layout/hProcess11"/>
    <dgm:cxn modelId="{1B63CCAD-A682-440A-821D-EE7F11B3A0D0}" type="presParOf" srcId="{38BD1DF1-424C-4A50-B0D6-933D8F39B055}" destId="{06C9C31A-D806-48B9-B9DF-9D9DDEF5AC8B}" srcOrd="1" destOrd="0" presId="urn:microsoft.com/office/officeart/2005/8/layout/hProcess11"/>
    <dgm:cxn modelId="{79C6EB30-ADF6-4CA5-9EE0-3339EA6B5A7A}" type="presParOf" srcId="{38BD1DF1-424C-4A50-B0D6-933D8F39B055}" destId="{953612C6-8FED-44C0-99B5-A91A3FAF64D9}" srcOrd="2" destOrd="0" presId="urn:microsoft.com/office/officeart/2005/8/layout/hProcess11"/>
    <dgm:cxn modelId="{6961B482-E08C-43EA-AED5-401C1A9FDB59}" type="presParOf" srcId="{67C25DB3-59B8-43EE-96F8-A6B635A0463A}" destId="{CFED3320-B0D9-44E8-9131-161A7D33E48C}" srcOrd="13" destOrd="0" presId="urn:microsoft.com/office/officeart/2005/8/layout/hProcess11"/>
    <dgm:cxn modelId="{CB7EBC87-6BF2-496F-8F0E-F16719EDFE96}" type="presParOf" srcId="{67C25DB3-59B8-43EE-96F8-A6B635A0463A}" destId="{809E04DB-7F73-40AE-90C0-8AAF1B4B7A31}" srcOrd="14" destOrd="0" presId="urn:microsoft.com/office/officeart/2005/8/layout/hProcess11"/>
    <dgm:cxn modelId="{716C86E5-52BC-4717-93EC-6A9CE235E5D0}" type="presParOf" srcId="{809E04DB-7F73-40AE-90C0-8AAF1B4B7A31}" destId="{7595965C-FE44-4232-BE95-0F598C9E499A}" srcOrd="0" destOrd="0" presId="urn:microsoft.com/office/officeart/2005/8/layout/hProcess11"/>
    <dgm:cxn modelId="{B3221AA6-0615-4A20-A1B3-A4620F116C70}" type="presParOf" srcId="{809E04DB-7F73-40AE-90C0-8AAF1B4B7A31}" destId="{D36AA2B9-65F2-4BD4-8B91-7A1232933294}" srcOrd="1" destOrd="0" presId="urn:microsoft.com/office/officeart/2005/8/layout/hProcess11"/>
    <dgm:cxn modelId="{C2018856-7141-4AF7-9C5B-534643F42860}" type="presParOf" srcId="{809E04DB-7F73-40AE-90C0-8AAF1B4B7A31}" destId="{423EC37B-71B8-47A3-8CD9-271CF1E1FEDA}" srcOrd="2" destOrd="0" presId="urn:microsoft.com/office/officeart/2005/8/layout/hProcess11"/>
    <dgm:cxn modelId="{CE533783-D26E-41A1-B411-E7844B38DE6C}" type="presParOf" srcId="{67C25DB3-59B8-43EE-96F8-A6B635A0463A}" destId="{18013DBA-F4FD-4ED0-A7B8-720323C95297}" srcOrd="15" destOrd="0" presId="urn:microsoft.com/office/officeart/2005/8/layout/hProcess11"/>
    <dgm:cxn modelId="{BDAA747E-7B77-4A71-90B4-156CC94E5091}" type="presParOf" srcId="{67C25DB3-59B8-43EE-96F8-A6B635A0463A}" destId="{7B16C16A-D480-421D-8D7A-5455E7B29CE4}" srcOrd="16" destOrd="0" presId="urn:microsoft.com/office/officeart/2005/8/layout/hProcess11"/>
    <dgm:cxn modelId="{B4A5B353-21E2-4B31-A89C-8EF12085D277}" type="presParOf" srcId="{7B16C16A-D480-421D-8D7A-5455E7B29CE4}" destId="{BB693082-E2E0-4FB8-8706-2B49A978B5EA}" srcOrd="0" destOrd="0" presId="urn:microsoft.com/office/officeart/2005/8/layout/hProcess11"/>
    <dgm:cxn modelId="{697D25B8-7A79-491F-A999-9B1896D51FAC}" type="presParOf" srcId="{7B16C16A-D480-421D-8D7A-5455E7B29CE4}" destId="{034F37AF-4F05-48E0-AF40-AFFD1C473DD3}" srcOrd="1" destOrd="0" presId="urn:microsoft.com/office/officeart/2005/8/layout/hProcess11"/>
    <dgm:cxn modelId="{07B8491F-AC48-495B-AE01-98732D604216}" type="presParOf" srcId="{7B16C16A-D480-421D-8D7A-5455E7B29CE4}" destId="{CFA7C971-F2A8-4CC2-B7B2-CE079BADFB36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D90A4FB-502E-4095-AB07-7886A24A5804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D"/>
        </a:p>
      </dgm:t>
    </dgm:pt>
    <dgm:pt modelId="{265629BF-B9B9-49F6-8266-1F6736A0AF49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Sosialisasi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38258A8-CE50-4CF9-A42D-20D07382442A}" type="parTrans" cxnId="{7B73A72A-8C4C-4C83-AC70-7DFDB6A4943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6D3D7B0-FC9A-447F-9B15-99DEB88EFF4B}" type="sibTrans" cxnId="{7B73A72A-8C4C-4C83-AC70-7DFDB6A4943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9AC8FEF-0913-4EF9-B565-6E65A703722E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Pendaftaran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C5E31F3-D94C-4B6E-973D-30FDA59A31E3}" type="parTrans" cxnId="{879E9CF9-48B7-451C-A7B7-BC79812B2A9D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8F7DA23-CE1C-41C8-AB62-F0CEC834D77E}" type="sibTrans" cxnId="{879E9CF9-48B7-451C-A7B7-BC79812B2A9D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BCB7335-339C-4EE0-ADA1-682416A1CA16}">
      <dgm:prSet custT="1"/>
      <dgm:spPr/>
      <dgm:t>
        <a:bodyPr/>
        <a:lstStyle/>
        <a:p>
          <a:r>
            <a:rPr lang="en-ID" sz="1100" b="1">
              <a:latin typeface="Arial" panose="020B0604020202020204" pitchFamily="34" charset="0"/>
              <a:cs typeface="Arial" panose="020B0604020202020204" pitchFamily="34" charset="0"/>
            </a:rPr>
            <a:t>Technical Meeting</a:t>
          </a:r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2A64CB6-54E4-4964-925B-D0B8A42BDEE1}" type="parTrans" cxnId="{19324F6C-14FB-48AD-A80E-1BFD1D72FEF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188520F-75C4-4A28-90BF-F2238FA17582}" type="sibTrans" cxnId="{19324F6C-14FB-48AD-A80E-1BFD1D72FEF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AC2CAA0-571D-4193-9C3F-B6E97E3B1870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1.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Pengumpulan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Program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Inovasi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5B21780-7116-44BF-BDF2-8B88E6E46E28}" type="parTrans" cxnId="{BBC43B34-250A-4D9C-85DB-EF9B46C7544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566EA1A-CF01-4137-8010-59CB9DE4C726}" type="sibTrans" cxnId="{BBC43B34-250A-4D9C-85DB-EF9B46C7544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52AA499-344C-471A-817C-875D884DF9A4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1. </a:t>
          </a:r>
        </a:p>
        <a:p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Aksi Program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Inovasi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F7CB217-AA7C-4743-8269-0C8849ABD05F}" type="parTrans" cxnId="{F5873F59-F9E9-401A-A853-F4F6D72B6B82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245CBAE-0D4B-46CB-B13B-8FAD5A3A81EF}" type="sibTrans" cxnId="{F5873F59-F9E9-401A-A853-F4F6D72B6B82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C91FAE7-4BC0-44B9-A106-1280D40C543F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1.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Pelaporan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Aksi Program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Inovasi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CCB7B59-8847-48BB-A5ED-26F2C5AA6541}" type="parTrans" cxnId="{B7C9017E-F3FC-4795-A3DC-1D807C5CF3AF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83112D9-B9FD-4B3E-A231-596CC36E3372}" type="sibTrans" cxnId="{B7C9017E-F3FC-4795-A3DC-1D807C5CF3AF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4FC3D13-A9B5-43FD-8BDC-32AD5A21223A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2.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Visitasi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/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Verifikasi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Lapangan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C279119-C14C-4DE1-895B-8775BFDF47EB}" type="parTrans" cxnId="{C6F1ED92-9303-42F4-869E-72A434971F8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E562428-57E4-455A-B593-6F46320CC059}" type="sibTrans" cxnId="{C6F1ED92-9303-42F4-869E-72A434971F8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AC67526-5AE6-443A-AB52-D00DAFB78B31}">
      <dgm:prSet custT="1"/>
      <dgm:spPr/>
      <dgm:t>
        <a:bodyPr/>
        <a:lstStyle/>
        <a:p>
          <a:r>
            <a:rPr lang="it-IT" sz="1100" b="1" dirty="0">
              <a:latin typeface="Arial" panose="020B0604020202020204" pitchFamily="34" charset="0"/>
              <a:cs typeface="Arial" panose="020B0604020202020204" pitchFamily="34" charset="0"/>
            </a:rPr>
            <a:t>Tahap 3. Presentasi dan Wawancara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4C442B4-5DEF-414D-8D54-3DE545AE797D}" type="parTrans" cxnId="{027B2FDA-FAB7-463F-ACCE-300668912516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E6226FA-3EF7-4E85-A6FB-82A7595F1298}" type="sibTrans" cxnId="{027B2FDA-FAB7-463F-ACCE-300668912516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CB5C9D4-05EF-4BD9-B94F-8B792159FA04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Penganugerahan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Tahun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2025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F42C034-DCA9-4066-82BF-C02384793C5D}" type="parTrans" cxnId="{64B70E96-7C92-4D0B-9EC3-EFBFB88238E6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95D07F2-86DD-47ED-871C-53171A5CB280}" type="sibTrans" cxnId="{64B70E96-7C92-4D0B-9EC3-EFBFB88238E6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A959280-0739-4C57-8D1B-EDDBCCC6CC38}" type="pres">
      <dgm:prSet presAssocID="{7D90A4FB-502E-4095-AB07-7886A24A5804}" presName="Name0" presStyleCnt="0">
        <dgm:presLayoutVars>
          <dgm:dir/>
          <dgm:resizeHandles val="exact"/>
        </dgm:presLayoutVars>
      </dgm:prSet>
      <dgm:spPr/>
    </dgm:pt>
    <dgm:pt modelId="{EA42DC6E-3729-47FC-BA72-23BCEAC80376}" type="pres">
      <dgm:prSet presAssocID="{7D90A4FB-502E-4095-AB07-7886A24A5804}" presName="arrow" presStyleLbl="bgShp" presStyleIdx="0" presStyleCnt="1"/>
      <dgm:spPr/>
    </dgm:pt>
    <dgm:pt modelId="{67C25DB3-59B8-43EE-96F8-A6B635A0463A}" type="pres">
      <dgm:prSet presAssocID="{7D90A4FB-502E-4095-AB07-7886A24A5804}" presName="points" presStyleCnt="0"/>
      <dgm:spPr/>
    </dgm:pt>
    <dgm:pt modelId="{862F8CA3-EE3F-43C5-A651-304DA3960F58}" type="pres">
      <dgm:prSet presAssocID="{265629BF-B9B9-49F6-8266-1F6736A0AF49}" presName="compositeA" presStyleCnt="0"/>
      <dgm:spPr/>
    </dgm:pt>
    <dgm:pt modelId="{D4C0AF6D-D468-4FBC-A780-219EE1C02AC5}" type="pres">
      <dgm:prSet presAssocID="{265629BF-B9B9-49F6-8266-1F6736A0AF49}" presName="textA" presStyleLbl="revTx" presStyleIdx="0" presStyleCnt="9">
        <dgm:presLayoutVars>
          <dgm:bulletEnabled val="1"/>
        </dgm:presLayoutVars>
      </dgm:prSet>
      <dgm:spPr/>
    </dgm:pt>
    <dgm:pt modelId="{2D10A39D-54A6-447B-B679-72C5F88D7AB8}" type="pres">
      <dgm:prSet presAssocID="{265629BF-B9B9-49F6-8266-1F6736A0AF49}" presName="circleA" presStyleLbl="node1" presStyleIdx="0" presStyleCnt="9"/>
      <dgm:spPr/>
    </dgm:pt>
    <dgm:pt modelId="{407BEF36-2F95-48BD-BCE8-31300AABFA83}" type="pres">
      <dgm:prSet presAssocID="{265629BF-B9B9-49F6-8266-1F6736A0AF49}" presName="spaceA" presStyleCnt="0"/>
      <dgm:spPr/>
    </dgm:pt>
    <dgm:pt modelId="{7C6281F6-EF1A-44C2-ADCE-18FBF012688D}" type="pres">
      <dgm:prSet presAssocID="{46D3D7B0-FC9A-447F-9B15-99DEB88EFF4B}" presName="space" presStyleCnt="0"/>
      <dgm:spPr/>
    </dgm:pt>
    <dgm:pt modelId="{8DE6934D-4005-4614-9C04-7A46BB4A7A88}" type="pres">
      <dgm:prSet presAssocID="{49AC8FEF-0913-4EF9-B565-6E65A703722E}" presName="compositeB" presStyleCnt="0"/>
      <dgm:spPr/>
    </dgm:pt>
    <dgm:pt modelId="{FA41CF90-987B-4B2F-B0C0-0180C1FE4658}" type="pres">
      <dgm:prSet presAssocID="{49AC8FEF-0913-4EF9-B565-6E65A703722E}" presName="textB" presStyleLbl="revTx" presStyleIdx="1" presStyleCnt="9" custScaleX="129536">
        <dgm:presLayoutVars>
          <dgm:bulletEnabled val="1"/>
        </dgm:presLayoutVars>
      </dgm:prSet>
      <dgm:spPr/>
    </dgm:pt>
    <dgm:pt modelId="{4801C7F3-C012-4207-8347-23FA3835AB50}" type="pres">
      <dgm:prSet presAssocID="{49AC8FEF-0913-4EF9-B565-6E65A703722E}" presName="circleB" presStyleLbl="node1" presStyleIdx="1" presStyleCnt="9"/>
      <dgm:spPr/>
    </dgm:pt>
    <dgm:pt modelId="{D64AD0AB-090E-4E0C-BF58-DE2EAAEFFE53}" type="pres">
      <dgm:prSet presAssocID="{49AC8FEF-0913-4EF9-B565-6E65A703722E}" presName="spaceB" presStyleCnt="0"/>
      <dgm:spPr/>
    </dgm:pt>
    <dgm:pt modelId="{A83C80E0-C071-4851-9622-BDFFB529D0A7}" type="pres">
      <dgm:prSet presAssocID="{78F7DA23-CE1C-41C8-AB62-F0CEC834D77E}" presName="space" presStyleCnt="0"/>
      <dgm:spPr/>
    </dgm:pt>
    <dgm:pt modelId="{A17D52E7-F3D8-4A10-9FFC-D7B860DF5DBB}" type="pres">
      <dgm:prSet presAssocID="{7BCB7335-339C-4EE0-ADA1-682416A1CA16}" presName="compositeA" presStyleCnt="0"/>
      <dgm:spPr/>
    </dgm:pt>
    <dgm:pt modelId="{4E2D13DC-DDD3-40C5-A19B-5FDC6EE41A7F}" type="pres">
      <dgm:prSet presAssocID="{7BCB7335-339C-4EE0-ADA1-682416A1CA16}" presName="textA" presStyleLbl="revTx" presStyleIdx="2" presStyleCnt="9">
        <dgm:presLayoutVars>
          <dgm:bulletEnabled val="1"/>
        </dgm:presLayoutVars>
      </dgm:prSet>
      <dgm:spPr/>
    </dgm:pt>
    <dgm:pt modelId="{0E39C646-1006-4056-BC70-EEDC6F867CEF}" type="pres">
      <dgm:prSet presAssocID="{7BCB7335-339C-4EE0-ADA1-682416A1CA16}" presName="circleA" presStyleLbl="node1" presStyleIdx="2" presStyleCnt="9"/>
      <dgm:spPr/>
    </dgm:pt>
    <dgm:pt modelId="{1951E839-9534-4456-A313-8F79C78A1915}" type="pres">
      <dgm:prSet presAssocID="{7BCB7335-339C-4EE0-ADA1-682416A1CA16}" presName="spaceA" presStyleCnt="0"/>
      <dgm:spPr/>
    </dgm:pt>
    <dgm:pt modelId="{2514FDD0-A9FC-4961-9BF7-744C3BABA949}" type="pres">
      <dgm:prSet presAssocID="{F188520F-75C4-4A28-90BF-F2238FA17582}" presName="space" presStyleCnt="0"/>
      <dgm:spPr/>
    </dgm:pt>
    <dgm:pt modelId="{64A5E592-D706-4D09-8922-AE98BF04EEFB}" type="pres">
      <dgm:prSet presAssocID="{5AC2CAA0-571D-4193-9C3F-B6E97E3B1870}" presName="compositeB" presStyleCnt="0"/>
      <dgm:spPr/>
    </dgm:pt>
    <dgm:pt modelId="{F4085ACD-5786-41B3-919D-C38FB65CCC95}" type="pres">
      <dgm:prSet presAssocID="{5AC2CAA0-571D-4193-9C3F-B6E97E3B1870}" presName="textB" presStyleLbl="revTx" presStyleIdx="3" presStyleCnt="9" custScaleX="128711">
        <dgm:presLayoutVars>
          <dgm:bulletEnabled val="1"/>
        </dgm:presLayoutVars>
      </dgm:prSet>
      <dgm:spPr/>
    </dgm:pt>
    <dgm:pt modelId="{FA45DAE2-1C44-48E8-8249-82D947D3562C}" type="pres">
      <dgm:prSet presAssocID="{5AC2CAA0-571D-4193-9C3F-B6E97E3B1870}" presName="circleB" presStyleLbl="node1" presStyleIdx="3" presStyleCnt="9"/>
      <dgm:spPr/>
    </dgm:pt>
    <dgm:pt modelId="{F846E5FF-D54C-49BD-82E2-3FDAA34AE74B}" type="pres">
      <dgm:prSet presAssocID="{5AC2CAA0-571D-4193-9C3F-B6E97E3B1870}" presName="spaceB" presStyleCnt="0"/>
      <dgm:spPr/>
    </dgm:pt>
    <dgm:pt modelId="{14A2BC4C-897C-43F8-9542-3EEB6CC092F3}" type="pres">
      <dgm:prSet presAssocID="{6566EA1A-CF01-4137-8010-59CB9DE4C726}" presName="space" presStyleCnt="0"/>
      <dgm:spPr/>
    </dgm:pt>
    <dgm:pt modelId="{A15D4938-57BB-4735-866F-64CDC8A518E8}" type="pres">
      <dgm:prSet presAssocID="{052AA499-344C-471A-817C-875D884DF9A4}" presName="compositeA" presStyleCnt="0"/>
      <dgm:spPr/>
    </dgm:pt>
    <dgm:pt modelId="{FD4F3981-A8F0-4471-9E13-D88140C2A393}" type="pres">
      <dgm:prSet presAssocID="{052AA499-344C-471A-817C-875D884DF9A4}" presName="textA" presStyleLbl="revTx" presStyleIdx="4" presStyleCnt="9" custScaleX="123269">
        <dgm:presLayoutVars>
          <dgm:bulletEnabled val="1"/>
        </dgm:presLayoutVars>
      </dgm:prSet>
      <dgm:spPr/>
    </dgm:pt>
    <dgm:pt modelId="{DD276DF6-6B05-4A71-895F-4A9DDF52B5A3}" type="pres">
      <dgm:prSet presAssocID="{052AA499-344C-471A-817C-875D884DF9A4}" presName="circleA" presStyleLbl="node1" presStyleIdx="4" presStyleCnt="9"/>
      <dgm:spPr/>
    </dgm:pt>
    <dgm:pt modelId="{30A719E3-340B-4D18-9514-8257881C9699}" type="pres">
      <dgm:prSet presAssocID="{052AA499-344C-471A-817C-875D884DF9A4}" presName="spaceA" presStyleCnt="0"/>
      <dgm:spPr/>
    </dgm:pt>
    <dgm:pt modelId="{38AAF2C6-0EA1-4B70-B161-730494CB6C00}" type="pres">
      <dgm:prSet presAssocID="{5245CBAE-0D4B-46CB-B13B-8FAD5A3A81EF}" presName="space" presStyleCnt="0"/>
      <dgm:spPr/>
    </dgm:pt>
    <dgm:pt modelId="{C71CA493-1373-4DEC-AC2B-BD2638CA5A59}" type="pres">
      <dgm:prSet presAssocID="{1C91FAE7-4BC0-44B9-A106-1280D40C543F}" presName="compositeB" presStyleCnt="0"/>
      <dgm:spPr/>
    </dgm:pt>
    <dgm:pt modelId="{F388DE4E-5785-4B13-8652-F3F92024BB30}" type="pres">
      <dgm:prSet presAssocID="{1C91FAE7-4BC0-44B9-A106-1280D40C543F}" presName="textB" presStyleLbl="revTx" presStyleIdx="5" presStyleCnt="9" custScaleX="120380">
        <dgm:presLayoutVars>
          <dgm:bulletEnabled val="1"/>
        </dgm:presLayoutVars>
      </dgm:prSet>
      <dgm:spPr/>
    </dgm:pt>
    <dgm:pt modelId="{A12DEC78-0187-4D62-8526-1E0FDEBCCCF0}" type="pres">
      <dgm:prSet presAssocID="{1C91FAE7-4BC0-44B9-A106-1280D40C543F}" presName="circleB" presStyleLbl="node1" presStyleIdx="5" presStyleCnt="9"/>
      <dgm:spPr/>
    </dgm:pt>
    <dgm:pt modelId="{25489919-B51F-4CDB-B23F-881B565B5CAE}" type="pres">
      <dgm:prSet presAssocID="{1C91FAE7-4BC0-44B9-A106-1280D40C543F}" presName="spaceB" presStyleCnt="0"/>
      <dgm:spPr/>
    </dgm:pt>
    <dgm:pt modelId="{019B7A79-129D-4FDA-9AF6-37BD9E517B97}" type="pres">
      <dgm:prSet presAssocID="{D83112D9-B9FD-4B3E-A231-596CC36E3372}" presName="space" presStyleCnt="0"/>
      <dgm:spPr/>
    </dgm:pt>
    <dgm:pt modelId="{38BD1DF1-424C-4A50-B0D6-933D8F39B055}" type="pres">
      <dgm:prSet presAssocID="{D4FC3D13-A9B5-43FD-8BDC-32AD5A21223A}" presName="compositeA" presStyleCnt="0"/>
      <dgm:spPr/>
    </dgm:pt>
    <dgm:pt modelId="{0B934A1D-B31C-4700-B49D-F760AF250422}" type="pres">
      <dgm:prSet presAssocID="{D4FC3D13-A9B5-43FD-8BDC-32AD5A21223A}" presName="textA" presStyleLbl="revTx" presStyleIdx="6" presStyleCnt="9">
        <dgm:presLayoutVars>
          <dgm:bulletEnabled val="1"/>
        </dgm:presLayoutVars>
      </dgm:prSet>
      <dgm:spPr/>
    </dgm:pt>
    <dgm:pt modelId="{06C9C31A-D806-48B9-B9DF-9D9DDEF5AC8B}" type="pres">
      <dgm:prSet presAssocID="{D4FC3D13-A9B5-43FD-8BDC-32AD5A21223A}" presName="circleA" presStyleLbl="node1" presStyleIdx="6" presStyleCnt="9"/>
      <dgm:spPr/>
    </dgm:pt>
    <dgm:pt modelId="{953612C6-8FED-44C0-99B5-A91A3FAF64D9}" type="pres">
      <dgm:prSet presAssocID="{D4FC3D13-A9B5-43FD-8BDC-32AD5A21223A}" presName="spaceA" presStyleCnt="0"/>
      <dgm:spPr/>
    </dgm:pt>
    <dgm:pt modelId="{CFED3320-B0D9-44E8-9131-161A7D33E48C}" type="pres">
      <dgm:prSet presAssocID="{FE562428-57E4-455A-B593-6F46320CC059}" presName="space" presStyleCnt="0"/>
      <dgm:spPr/>
    </dgm:pt>
    <dgm:pt modelId="{809E04DB-7F73-40AE-90C0-8AAF1B4B7A31}" type="pres">
      <dgm:prSet presAssocID="{2AC67526-5AE6-443A-AB52-D00DAFB78B31}" presName="compositeB" presStyleCnt="0"/>
      <dgm:spPr/>
    </dgm:pt>
    <dgm:pt modelId="{7595965C-FE44-4232-BE95-0F598C9E499A}" type="pres">
      <dgm:prSet presAssocID="{2AC67526-5AE6-443A-AB52-D00DAFB78B31}" presName="textB" presStyleLbl="revTx" presStyleIdx="7" presStyleCnt="9" custScaleX="120307">
        <dgm:presLayoutVars>
          <dgm:bulletEnabled val="1"/>
        </dgm:presLayoutVars>
      </dgm:prSet>
      <dgm:spPr/>
    </dgm:pt>
    <dgm:pt modelId="{D36AA2B9-65F2-4BD4-8B91-7A1232933294}" type="pres">
      <dgm:prSet presAssocID="{2AC67526-5AE6-443A-AB52-D00DAFB78B31}" presName="circleB" presStyleLbl="node1" presStyleIdx="7" presStyleCnt="9"/>
      <dgm:spPr/>
    </dgm:pt>
    <dgm:pt modelId="{423EC37B-71B8-47A3-8CD9-271CF1E1FEDA}" type="pres">
      <dgm:prSet presAssocID="{2AC67526-5AE6-443A-AB52-D00DAFB78B31}" presName="spaceB" presStyleCnt="0"/>
      <dgm:spPr/>
    </dgm:pt>
    <dgm:pt modelId="{18013DBA-F4FD-4ED0-A7B8-720323C95297}" type="pres">
      <dgm:prSet presAssocID="{9E6226FA-3EF7-4E85-A6FB-82A7595F1298}" presName="space" presStyleCnt="0"/>
      <dgm:spPr/>
    </dgm:pt>
    <dgm:pt modelId="{7B16C16A-D480-421D-8D7A-5455E7B29CE4}" type="pres">
      <dgm:prSet presAssocID="{ACB5C9D4-05EF-4BD9-B94F-8B792159FA04}" presName="compositeA" presStyleCnt="0"/>
      <dgm:spPr/>
    </dgm:pt>
    <dgm:pt modelId="{BB693082-E2E0-4FB8-8706-2B49A978B5EA}" type="pres">
      <dgm:prSet presAssocID="{ACB5C9D4-05EF-4BD9-B94F-8B792159FA04}" presName="textA" presStyleLbl="revTx" presStyleIdx="8" presStyleCnt="9" custScaleX="164948">
        <dgm:presLayoutVars>
          <dgm:bulletEnabled val="1"/>
        </dgm:presLayoutVars>
      </dgm:prSet>
      <dgm:spPr/>
    </dgm:pt>
    <dgm:pt modelId="{034F37AF-4F05-48E0-AF40-AFFD1C473DD3}" type="pres">
      <dgm:prSet presAssocID="{ACB5C9D4-05EF-4BD9-B94F-8B792159FA04}" presName="circleA" presStyleLbl="node1" presStyleIdx="8" presStyleCnt="9"/>
      <dgm:spPr/>
    </dgm:pt>
    <dgm:pt modelId="{CFA7C971-F2A8-4CC2-B7B2-CE079BADFB36}" type="pres">
      <dgm:prSet presAssocID="{ACB5C9D4-05EF-4BD9-B94F-8B792159FA04}" presName="spaceA" presStyleCnt="0"/>
      <dgm:spPr/>
    </dgm:pt>
  </dgm:ptLst>
  <dgm:cxnLst>
    <dgm:cxn modelId="{589A9C11-E192-471A-A217-7384935D7A47}" type="presOf" srcId="{ACB5C9D4-05EF-4BD9-B94F-8B792159FA04}" destId="{BB693082-E2E0-4FB8-8706-2B49A978B5EA}" srcOrd="0" destOrd="0" presId="urn:microsoft.com/office/officeart/2005/8/layout/hProcess11"/>
    <dgm:cxn modelId="{2A466B14-3B7C-49C6-9EA7-B23B72F933FC}" type="presOf" srcId="{7D90A4FB-502E-4095-AB07-7886A24A5804}" destId="{FA959280-0739-4C57-8D1B-EDDBCCC6CC38}" srcOrd="0" destOrd="0" presId="urn:microsoft.com/office/officeart/2005/8/layout/hProcess11"/>
    <dgm:cxn modelId="{7B73A72A-8C4C-4C83-AC70-7DFDB6A49439}" srcId="{7D90A4FB-502E-4095-AB07-7886A24A5804}" destId="{265629BF-B9B9-49F6-8266-1F6736A0AF49}" srcOrd="0" destOrd="0" parTransId="{338258A8-CE50-4CF9-A42D-20D07382442A}" sibTransId="{46D3D7B0-FC9A-447F-9B15-99DEB88EFF4B}"/>
    <dgm:cxn modelId="{BBC43B34-250A-4D9C-85DB-EF9B46C75449}" srcId="{7D90A4FB-502E-4095-AB07-7886A24A5804}" destId="{5AC2CAA0-571D-4193-9C3F-B6E97E3B1870}" srcOrd="3" destOrd="0" parTransId="{45B21780-7116-44BF-BDF2-8B88E6E46E28}" sibTransId="{6566EA1A-CF01-4137-8010-59CB9DE4C726}"/>
    <dgm:cxn modelId="{336A9461-2E1A-447B-95D9-0435A96797AE}" type="presOf" srcId="{2AC67526-5AE6-443A-AB52-D00DAFB78B31}" destId="{7595965C-FE44-4232-BE95-0F598C9E499A}" srcOrd="0" destOrd="0" presId="urn:microsoft.com/office/officeart/2005/8/layout/hProcess11"/>
    <dgm:cxn modelId="{19324F6C-14FB-48AD-A80E-1BFD1D72FEF9}" srcId="{7D90A4FB-502E-4095-AB07-7886A24A5804}" destId="{7BCB7335-339C-4EE0-ADA1-682416A1CA16}" srcOrd="2" destOrd="0" parTransId="{F2A64CB6-54E4-4964-925B-D0B8A42BDEE1}" sibTransId="{F188520F-75C4-4A28-90BF-F2238FA17582}"/>
    <dgm:cxn modelId="{704A5D6D-54D9-461E-8D67-EA03C28E3433}" type="presOf" srcId="{D4FC3D13-A9B5-43FD-8BDC-32AD5A21223A}" destId="{0B934A1D-B31C-4700-B49D-F760AF250422}" srcOrd="0" destOrd="0" presId="urn:microsoft.com/office/officeart/2005/8/layout/hProcess11"/>
    <dgm:cxn modelId="{98EEE175-8384-4997-9CD1-2E371B453E05}" type="presOf" srcId="{052AA499-344C-471A-817C-875D884DF9A4}" destId="{FD4F3981-A8F0-4471-9E13-D88140C2A393}" srcOrd="0" destOrd="0" presId="urn:microsoft.com/office/officeart/2005/8/layout/hProcess11"/>
    <dgm:cxn modelId="{F5873F59-F9E9-401A-A853-F4F6D72B6B82}" srcId="{7D90A4FB-502E-4095-AB07-7886A24A5804}" destId="{052AA499-344C-471A-817C-875D884DF9A4}" srcOrd="4" destOrd="0" parTransId="{AF7CB217-AA7C-4743-8269-0C8849ABD05F}" sibTransId="{5245CBAE-0D4B-46CB-B13B-8FAD5A3A81EF}"/>
    <dgm:cxn modelId="{B7C9017E-F3FC-4795-A3DC-1D807C5CF3AF}" srcId="{7D90A4FB-502E-4095-AB07-7886A24A5804}" destId="{1C91FAE7-4BC0-44B9-A106-1280D40C543F}" srcOrd="5" destOrd="0" parTransId="{CCCB7B59-8847-48BB-A5ED-26F2C5AA6541}" sibTransId="{D83112D9-B9FD-4B3E-A231-596CC36E3372}"/>
    <dgm:cxn modelId="{9904B385-DA8F-437F-B0B5-990DADD47947}" type="presOf" srcId="{1C91FAE7-4BC0-44B9-A106-1280D40C543F}" destId="{F388DE4E-5785-4B13-8652-F3F92024BB30}" srcOrd="0" destOrd="0" presId="urn:microsoft.com/office/officeart/2005/8/layout/hProcess11"/>
    <dgm:cxn modelId="{7AAFDD89-5221-4970-8D3E-01145AA93A0E}" type="presOf" srcId="{5AC2CAA0-571D-4193-9C3F-B6E97E3B1870}" destId="{F4085ACD-5786-41B3-919D-C38FB65CCC95}" srcOrd="0" destOrd="0" presId="urn:microsoft.com/office/officeart/2005/8/layout/hProcess11"/>
    <dgm:cxn modelId="{D9F4068C-31EC-46AD-A418-74E5FD5D0C5C}" type="presOf" srcId="{49AC8FEF-0913-4EF9-B565-6E65A703722E}" destId="{FA41CF90-987B-4B2F-B0C0-0180C1FE4658}" srcOrd="0" destOrd="0" presId="urn:microsoft.com/office/officeart/2005/8/layout/hProcess11"/>
    <dgm:cxn modelId="{C6F1ED92-9303-42F4-869E-72A434971F89}" srcId="{7D90A4FB-502E-4095-AB07-7886A24A5804}" destId="{D4FC3D13-A9B5-43FD-8BDC-32AD5A21223A}" srcOrd="6" destOrd="0" parTransId="{BC279119-C14C-4DE1-895B-8775BFDF47EB}" sibTransId="{FE562428-57E4-455A-B593-6F46320CC059}"/>
    <dgm:cxn modelId="{64B70E96-7C92-4D0B-9EC3-EFBFB88238E6}" srcId="{7D90A4FB-502E-4095-AB07-7886A24A5804}" destId="{ACB5C9D4-05EF-4BD9-B94F-8B792159FA04}" srcOrd="8" destOrd="0" parTransId="{2F42C034-DCA9-4066-82BF-C02384793C5D}" sibTransId="{F95D07F2-86DD-47ED-871C-53171A5CB280}"/>
    <dgm:cxn modelId="{A80420DA-07DF-4648-AA6C-2A76B1F9D21C}" type="presOf" srcId="{265629BF-B9B9-49F6-8266-1F6736A0AF49}" destId="{D4C0AF6D-D468-4FBC-A780-219EE1C02AC5}" srcOrd="0" destOrd="0" presId="urn:microsoft.com/office/officeart/2005/8/layout/hProcess11"/>
    <dgm:cxn modelId="{027B2FDA-FAB7-463F-ACCE-300668912516}" srcId="{7D90A4FB-502E-4095-AB07-7886A24A5804}" destId="{2AC67526-5AE6-443A-AB52-D00DAFB78B31}" srcOrd="7" destOrd="0" parTransId="{E4C442B4-5DEF-414D-8D54-3DE545AE797D}" sibTransId="{9E6226FA-3EF7-4E85-A6FB-82A7595F1298}"/>
    <dgm:cxn modelId="{821515F5-6ADD-4867-B88C-F52DB04BAAF8}" type="presOf" srcId="{7BCB7335-339C-4EE0-ADA1-682416A1CA16}" destId="{4E2D13DC-DDD3-40C5-A19B-5FDC6EE41A7F}" srcOrd="0" destOrd="0" presId="urn:microsoft.com/office/officeart/2005/8/layout/hProcess11"/>
    <dgm:cxn modelId="{879E9CF9-48B7-451C-A7B7-BC79812B2A9D}" srcId="{7D90A4FB-502E-4095-AB07-7886A24A5804}" destId="{49AC8FEF-0913-4EF9-B565-6E65A703722E}" srcOrd="1" destOrd="0" parTransId="{0C5E31F3-D94C-4B6E-973D-30FDA59A31E3}" sibTransId="{78F7DA23-CE1C-41C8-AB62-F0CEC834D77E}"/>
    <dgm:cxn modelId="{888A6E35-4011-410E-844A-45483D46B7F0}" type="presParOf" srcId="{FA959280-0739-4C57-8D1B-EDDBCCC6CC38}" destId="{EA42DC6E-3729-47FC-BA72-23BCEAC80376}" srcOrd="0" destOrd="0" presId="urn:microsoft.com/office/officeart/2005/8/layout/hProcess11"/>
    <dgm:cxn modelId="{B6F27AFB-EF09-4A81-B9C4-EE32AD69EA49}" type="presParOf" srcId="{FA959280-0739-4C57-8D1B-EDDBCCC6CC38}" destId="{67C25DB3-59B8-43EE-96F8-A6B635A0463A}" srcOrd="1" destOrd="0" presId="urn:microsoft.com/office/officeart/2005/8/layout/hProcess11"/>
    <dgm:cxn modelId="{18ABC04D-8E8D-4A12-9EDD-DADC76A861F0}" type="presParOf" srcId="{67C25DB3-59B8-43EE-96F8-A6B635A0463A}" destId="{862F8CA3-EE3F-43C5-A651-304DA3960F58}" srcOrd="0" destOrd="0" presId="urn:microsoft.com/office/officeart/2005/8/layout/hProcess11"/>
    <dgm:cxn modelId="{B5CC30C4-347F-4634-8DA3-A3876DB615FE}" type="presParOf" srcId="{862F8CA3-EE3F-43C5-A651-304DA3960F58}" destId="{D4C0AF6D-D468-4FBC-A780-219EE1C02AC5}" srcOrd="0" destOrd="0" presId="urn:microsoft.com/office/officeart/2005/8/layout/hProcess11"/>
    <dgm:cxn modelId="{9BB8A96C-CF9B-47D3-87D5-D5C14E34210A}" type="presParOf" srcId="{862F8CA3-EE3F-43C5-A651-304DA3960F58}" destId="{2D10A39D-54A6-447B-B679-72C5F88D7AB8}" srcOrd="1" destOrd="0" presId="urn:microsoft.com/office/officeart/2005/8/layout/hProcess11"/>
    <dgm:cxn modelId="{F4935656-BE79-419E-9CA1-9B47470CE1CB}" type="presParOf" srcId="{862F8CA3-EE3F-43C5-A651-304DA3960F58}" destId="{407BEF36-2F95-48BD-BCE8-31300AABFA83}" srcOrd="2" destOrd="0" presId="urn:microsoft.com/office/officeart/2005/8/layout/hProcess11"/>
    <dgm:cxn modelId="{45A2B826-6D0E-4D6D-BA26-28B5829ED318}" type="presParOf" srcId="{67C25DB3-59B8-43EE-96F8-A6B635A0463A}" destId="{7C6281F6-EF1A-44C2-ADCE-18FBF012688D}" srcOrd="1" destOrd="0" presId="urn:microsoft.com/office/officeart/2005/8/layout/hProcess11"/>
    <dgm:cxn modelId="{8F4EC322-3777-46A5-ADB8-374DA3BA97B1}" type="presParOf" srcId="{67C25DB3-59B8-43EE-96F8-A6B635A0463A}" destId="{8DE6934D-4005-4614-9C04-7A46BB4A7A88}" srcOrd="2" destOrd="0" presId="urn:microsoft.com/office/officeart/2005/8/layout/hProcess11"/>
    <dgm:cxn modelId="{68B09D87-DF78-4E21-B754-34E31103B9B0}" type="presParOf" srcId="{8DE6934D-4005-4614-9C04-7A46BB4A7A88}" destId="{FA41CF90-987B-4B2F-B0C0-0180C1FE4658}" srcOrd="0" destOrd="0" presId="urn:microsoft.com/office/officeart/2005/8/layout/hProcess11"/>
    <dgm:cxn modelId="{2C8F11CD-C2DA-4E05-ABCE-D14A0347CAF9}" type="presParOf" srcId="{8DE6934D-4005-4614-9C04-7A46BB4A7A88}" destId="{4801C7F3-C012-4207-8347-23FA3835AB50}" srcOrd="1" destOrd="0" presId="urn:microsoft.com/office/officeart/2005/8/layout/hProcess11"/>
    <dgm:cxn modelId="{45979AA2-ADF3-465B-8C6F-554D238E07C6}" type="presParOf" srcId="{8DE6934D-4005-4614-9C04-7A46BB4A7A88}" destId="{D64AD0AB-090E-4E0C-BF58-DE2EAAEFFE53}" srcOrd="2" destOrd="0" presId="urn:microsoft.com/office/officeart/2005/8/layout/hProcess11"/>
    <dgm:cxn modelId="{90E29755-8E5F-4BAB-9826-4F19527031FB}" type="presParOf" srcId="{67C25DB3-59B8-43EE-96F8-A6B635A0463A}" destId="{A83C80E0-C071-4851-9622-BDFFB529D0A7}" srcOrd="3" destOrd="0" presId="urn:microsoft.com/office/officeart/2005/8/layout/hProcess11"/>
    <dgm:cxn modelId="{D228973A-E2D9-4E22-A901-6D4482CD81A0}" type="presParOf" srcId="{67C25DB3-59B8-43EE-96F8-A6B635A0463A}" destId="{A17D52E7-F3D8-4A10-9FFC-D7B860DF5DBB}" srcOrd="4" destOrd="0" presId="urn:microsoft.com/office/officeart/2005/8/layout/hProcess11"/>
    <dgm:cxn modelId="{042AA675-3F42-49D9-8899-B2E699C61719}" type="presParOf" srcId="{A17D52E7-F3D8-4A10-9FFC-D7B860DF5DBB}" destId="{4E2D13DC-DDD3-40C5-A19B-5FDC6EE41A7F}" srcOrd="0" destOrd="0" presId="urn:microsoft.com/office/officeart/2005/8/layout/hProcess11"/>
    <dgm:cxn modelId="{2A373174-0779-49B7-9EC3-5B60E481803D}" type="presParOf" srcId="{A17D52E7-F3D8-4A10-9FFC-D7B860DF5DBB}" destId="{0E39C646-1006-4056-BC70-EEDC6F867CEF}" srcOrd="1" destOrd="0" presId="urn:microsoft.com/office/officeart/2005/8/layout/hProcess11"/>
    <dgm:cxn modelId="{4C23EA70-9BEA-46D4-9347-7E959A83BC4D}" type="presParOf" srcId="{A17D52E7-F3D8-4A10-9FFC-D7B860DF5DBB}" destId="{1951E839-9534-4456-A313-8F79C78A1915}" srcOrd="2" destOrd="0" presId="urn:microsoft.com/office/officeart/2005/8/layout/hProcess11"/>
    <dgm:cxn modelId="{91CCBE37-C599-486E-B6A3-735AB43BFC0D}" type="presParOf" srcId="{67C25DB3-59B8-43EE-96F8-A6B635A0463A}" destId="{2514FDD0-A9FC-4961-9BF7-744C3BABA949}" srcOrd="5" destOrd="0" presId="urn:microsoft.com/office/officeart/2005/8/layout/hProcess11"/>
    <dgm:cxn modelId="{60885A74-61FB-4072-9931-B26DE7CE410B}" type="presParOf" srcId="{67C25DB3-59B8-43EE-96F8-A6B635A0463A}" destId="{64A5E592-D706-4D09-8922-AE98BF04EEFB}" srcOrd="6" destOrd="0" presId="urn:microsoft.com/office/officeart/2005/8/layout/hProcess11"/>
    <dgm:cxn modelId="{BDDD02F4-9F1B-41DD-ACF6-829E26D5D882}" type="presParOf" srcId="{64A5E592-D706-4D09-8922-AE98BF04EEFB}" destId="{F4085ACD-5786-41B3-919D-C38FB65CCC95}" srcOrd="0" destOrd="0" presId="urn:microsoft.com/office/officeart/2005/8/layout/hProcess11"/>
    <dgm:cxn modelId="{08337F81-2F57-41FA-ABDF-AA56F26ED939}" type="presParOf" srcId="{64A5E592-D706-4D09-8922-AE98BF04EEFB}" destId="{FA45DAE2-1C44-48E8-8249-82D947D3562C}" srcOrd="1" destOrd="0" presId="urn:microsoft.com/office/officeart/2005/8/layout/hProcess11"/>
    <dgm:cxn modelId="{4342F44D-FAFA-4E93-9581-0DAFBBFF3893}" type="presParOf" srcId="{64A5E592-D706-4D09-8922-AE98BF04EEFB}" destId="{F846E5FF-D54C-49BD-82E2-3FDAA34AE74B}" srcOrd="2" destOrd="0" presId="urn:microsoft.com/office/officeart/2005/8/layout/hProcess11"/>
    <dgm:cxn modelId="{C2AEE24A-BAD9-48B0-85D4-F714CAB70840}" type="presParOf" srcId="{67C25DB3-59B8-43EE-96F8-A6B635A0463A}" destId="{14A2BC4C-897C-43F8-9542-3EEB6CC092F3}" srcOrd="7" destOrd="0" presId="urn:microsoft.com/office/officeart/2005/8/layout/hProcess11"/>
    <dgm:cxn modelId="{01FD767B-9955-4D40-967B-7458D6187042}" type="presParOf" srcId="{67C25DB3-59B8-43EE-96F8-A6B635A0463A}" destId="{A15D4938-57BB-4735-866F-64CDC8A518E8}" srcOrd="8" destOrd="0" presId="urn:microsoft.com/office/officeart/2005/8/layout/hProcess11"/>
    <dgm:cxn modelId="{E7533C76-4CFE-4DDB-B64F-8C7C3413356B}" type="presParOf" srcId="{A15D4938-57BB-4735-866F-64CDC8A518E8}" destId="{FD4F3981-A8F0-4471-9E13-D88140C2A393}" srcOrd="0" destOrd="0" presId="urn:microsoft.com/office/officeart/2005/8/layout/hProcess11"/>
    <dgm:cxn modelId="{32A015ED-9F6B-4A91-BF74-E85A1110F848}" type="presParOf" srcId="{A15D4938-57BB-4735-866F-64CDC8A518E8}" destId="{DD276DF6-6B05-4A71-895F-4A9DDF52B5A3}" srcOrd="1" destOrd="0" presId="urn:microsoft.com/office/officeart/2005/8/layout/hProcess11"/>
    <dgm:cxn modelId="{3DDB8183-853C-494C-ACEB-CB077CDF5860}" type="presParOf" srcId="{A15D4938-57BB-4735-866F-64CDC8A518E8}" destId="{30A719E3-340B-4D18-9514-8257881C9699}" srcOrd="2" destOrd="0" presId="urn:microsoft.com/office/officeart/2005/8/layout/hProcess11"/>
    <dgm:cxn modelId="{9258EB0E-0DE4-4C84-9BEA-9DE22EE80B8A}" type="presParOf" srcId="{67C25DB3-59B8-43EE-96F8-A6B635A0463A}" destId="{38AAF2C6-0EA1-4B70-B161-730494CB6C00}" srcOrd="9" destOrd="0" presId="urn:microsoft.com/office/officeart/2005/8/layout/hProcess11"/>
    <dgm:cxn modelId="{3E77D11A-8D30-47E7-8618-98ECC312F2EA}" type="presParOf" srcId="{67C25DB3-59B8-43EE-96F8-A6B635A0463A}" destId="{C71CA493-1373-4DEC-AC2B-BD2638CA5A59}" srcOrd="10" destOrd="0" presId="urn:microsoft.com/office/officeart/2005/8/layout/hProcess11"/>
    <dgm:cxn modelId="{BB73F63E-3686-41F9-85FF-E99EBE65D46C}" type="presParOf" srcId="{C71CA493-1373-4DEC-AC2B-BD2638CA5A59}" destId="{F388DE4E-5785-4B13-8652-F3F92024BB30}" srcOrd="0" destOrd="0" presId="urn:microsoft.com/office/officeart/2005/8/layout/hProcess11"/>
    <dgm:cxn modelId="{B0E9B085-606E-407B-A1ED-FD6982924893}" type="presParOf" srcId="{C71CA493-1373-4DEC-AC2B-BD2638CA5A59}" destId="{A12DEC78-0187-4D62-8526-1E0FDEBCCCF0}" srcOrd="1" destOrd="0" presId="urn:microsoft.com/office/officeart/2005/8/layout/hProcess11"/>
    <dgm:cxn modelId="{7E6C6A07-325F-4A18-AAA7-62375DF357D8}" type="presParOf" srcId="{C71CA493-1373-4DEC-AC2B-BD2638CA5A59}" destId="{25489919-B51F-4CDB-B23F-881B565B5CAE}" srcOrd="2" destOrd="0" presId="urn:microsoft.com/office/officeart/2005/8/layout/hProcess11"/>
    <dgm:cxn modelId="{86373185-88DB-4373-AD6F-CAA0C39CE246}" type="presParOf" srcId="{67C25DB3-59B8-43EE-96F8-A6B635A0463A}" destId="{019B7A79-129D-4FDA-9AF6-37BD9E517B97}" srcOrd="11" destOrd="0" presId="urn:microsoft.com/office/officeart/2005/8/layout/hProcess11"/>
    <dgm:cxn modelId="{CEB29947-2F60-4825-A6A4-6DCAC4E357AC}" type="presParOf" srcId="{67C25DB3-59B8-43EE-96F8-A6B635A0463A}" destId="{38BD1DF1-424C-4A50-B0D6-933D8F39B055}" srcOrd="12" destOrd="0" presId="urn:microsoft.com/office/officeart/2005/8/layout/hProcess11"/>
    <dgm:cxn modelId="{3B8E8F13-6F44-4794-9B65-5E0362928245}" type="presParOf" srcId="{38BD1DF1-424C-4A50-B0D6-933D8F39B055}" destId="{0B934A1D-B31C-4700-B49D-F760AF250422}" srcOrd="0" destOrd="0" presId="urn:microsoft.com/office/officeart/2005/8/layout/hProcess11"/>
    <dgm:cxn modelId="{1B63CCAD-A682-440A-821D-EE7F11B3A0D0}" type="presParOf" srcId="{38BD1DF1-424C-4A50-B0D6-933D8F39B055}" destId="{06C9C31A-D806-48B9-B9DF-9D9DDEF5AC8B}" srcOrd="1" destOrd="0" presId="urn:microsoft.com/office/officeart/2005/8/layout/hProcess11"/>
    <dgm:cxn modelId="{79C6EB30-ADF6-4CA5-9EE0-3339EA6B5A7A}" type="presParOf" srcId="{38BD1DF1-424C-4A50-B0D6-933D8F39B055}" destId="{953612C6-8FED-44C0-99B5-A91A3FAF64D9}" srcOrd="2" destOrd="0" presId="urn:microsoft.com/office/officeart/2005/8/layout/hProcess11"/>
    <dgm:cxn modelId="{6961B482-E08C-43EA-AED5-401C1A9FDB59}" type="presParOf" srcId="{67C25DB3-59B8-43EE-96F8-A6B635A0463A}" destId="{CFED3320-B0D9-44E8-9131-161A7D33E48C}" srcOrd="13" destOrd="0" presId="urn:microsoft.com/office/officeart/2005/8/layout/hProcess11"/>
    <dgm:cxn modelId="{CB7EBC87-6BF2-496F-8F0E-F16719EDFE96}" type="presParOf" srcId="{67C25DB3-59B8-43EE-96F8-A6B635A0463A}" destId="{809E04DB-7F73-40AE-90C0-8AAF1B4B7A31}" srcOrd="14" destOrd="0" presId="urn:microsoft.com/office/officeart/2005/8/layout/hProcess11"/>
    <dgm:cxn modelId="{716C86E5-52BC-4717-93EC-6A9CE235E5D0}" type="presParOf" srcId="{809E04DB-7F73-40AE-90C0-8AAF1B4B7A31}" destId="{7595965C-FE44-4232-BE95-0F598C9E499A}" srcOrd="0" destOrd="0" presId="urn:microsoft.com/office/officeart/2005/8/layout/hProcess11"/>
    <dgm:cxn modelId="{B3221AA6-0615-4A20-A1B3-A4620F116C70}" type="presParOf" srcId="{809E04DB-7F73-40AE-90C0-8AAF1B4B7A31}" destId="{D36AA2B9-65F2-4BD4-8B91-7A1232933294}" srcOrd="1" destOrd="0" presId="urn:microsoft.com/office/officeart/2005/8/layout/hProcess11"/>
    <dgm:cxn modelId="{C2018856-7141-4AF7-9C5B-534643F42860}" type="presParOf" srcId="{809E04DB-7F73-40AE-90C0-8AAF1B4B7A31}" destId="{423EC37B-71B8-47A3-8CD9-271CF1E1FEDA}" srcOrd="2" destOrd="0" presId="urn:microsoft.com/office/officeart/2005/8/layout/hProcess11"/>
    <dgm:cxn modelId="{CE533783-D26E-41A1-B411-E7844B38DE6C}" type="presParOf" srcId="{67C25DB3-59B8-43EE-96F8-A6B635A0463A}" destId="{18013DBA-F4FD-4ED0-A7B8-720323C95297}" srcOrd="15" destOrd="0" presId="urn:microsoft.com/office/officeart/2005/8/layout/hProcess11"/>
    <dgm:cxn modelId="{BDAA747E-7B77-4A71-90B4-156CC94E5091}" type="presParOf" srcId="{67C25DB3-59B8-43EE-96F8-A6B635A0463A}" destId="{7B16C16A-D480-421D-8D7A-5455E7B29CE4}" srcOrd="16" destOrd="0" presId="urn:microsoft.com/office/officeart/2005/8/layout/hProcess11"/>
    <dgm:cxn modelId="{B4A5B353-21E2-4B31-A89C-8EF12085D277}" type="presParOf" srcId="{7B16C16A-D480-421D-8D7A-5455E7B29CE4}" destId="{BB693082-E2E0-4FB8-8706-2B49A978B5EA}" srcOrd="0" destOrd="0" presId="urn:microsoft.com/office/officeart/2005/8/layout/hProcess11"/>
    <dgm:cxn modelId="{697D25B8-7A79-491F-A999-9B1896D51FAC}" type="presParOf" srcId="{7B16C16A-D480-421D-8D7A-5455E7B29CE4}" destId="{034F37AF-4F05-48E0-AF40-AFFD1C473DD3}" srcOrd="1" destOrd="0" presId="urn:microsoft.com/office/officeart/2005/8/layout/hProcess11"/>
    <dgm:cxn modelId="{07B8491F-AC48-495B-AE01-98732D604216}" type="presParOf" srcId="{7B16C16A-D480-421D-8D7A-5455E7B29CE4}" destId="{CFA7C971-F2A8-4CC2-B7B2-CE079BADFB36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7D90A4FB-502E-4095-AB07-7886A24A5804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D"/>
        </a:p>
      </dgm:t>
    </dgm:pt>
    <dgm:pt modelId="{265629BF-B9B9-49F6-8266-1F6736A0AF49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Sosialisasi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38258A8-CE50-4CF9-A42D-20D07382442A}" type="parTrans" cxnId="{7B73A72A-8C4C-4C83-AC70-7DFDB6A4943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6D3D7B0-FC9A-447F-9B15-99DEB88EFF4B}" type="sibTrans" cxnId="{7B73A72A-8C4C-4C83-AC70-7DFDB6A4943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9AC8FEF-0913-4EF9-B565-6E65A703722E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Pendaftaran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C5E31F3-D94C-4B6E-973D-30FDA59A31E3}" type="parTrans" cxnId="{879E9CF9-48B7-451C-A7B7-BC79812B2A9D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8F7DA23-CE1C-41C8-AB62-F0CEC834D77E}" type="sibTrans" cxnId="{879E9CF9-48B7-451C-A7B7-BC79812B2A9D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BCB7335-339C-4EE0-ADA1-682416A1CA16}">
      <dgm:prSet custT="1"/>
      <dgm:spPr/>
      <dgm:t>
        <a:bodyPr/>
        <a:lstStyle/>
        <a:p>
          <a:r>
            <a:rPr lang="en-ID" sz="1100" b="1">
              <a:latin typeface="Arial" panose="020B0604020202020204" pitchFamily="34" charset="0"/>
              <a:cs typeface="Arial" panose="020B0604020202020204" pitchFamily="34" charset="0"/>
            </a:rPr>
            <a:t>Technical Meeting</a:t>
          </a:r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2A64CB6-54E4-4964-925B-D0B8A42BDEE1}" type="parTrans" cxnId="{19324F6C-14FB-48AD-A80E-1BFD1D72FEF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188520F-75C4-4A28-90BF-F2238FA17582}" type="sibTrans" cxnId="{19324F6C-14FB-48AD-A80E-1BFD1D72FEF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AC2CAA0-571D-4193-9C3F-B6E97E3B1870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1.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Pengumpulan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Program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Inovasi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5B21780-7116-44BF-BDF2-8B88E6E46E28}" type="parTrans" cxnId="{BBC43B34-250A-4D9C-85DB-EF9B46C7544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566EA1A-CF01-4137-8010-59CB9DE4C726}" type="sibTrans" cxnId="{BBC43B34-250A-4D9C-85DB-EF9B46C7544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52AA499-344C-471A-817C-875D884DF9A4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1. </a:t>
          </a:r>
        </a:p>
        <a:p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Aksi Program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Inovasi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F7CB217-AA7C-4743-8269-0C8849ABD05F}" type="parTrans" cxnId="{F5873F59-F9E9-401A-A853-F4F6D72B6B82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245CBAE-0D4B-46CB-B13B-8FAD5A3A81EF}" type="sibTrans" cxnId="{F5873F59-F9E9-401A-A853-F4F6D72B6B82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C91FAE7-4BC0-44B9-A106-1280D40C543F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1.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Pelaporan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Aksi Program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Inovasi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CCB7B59-8847-48BB-A5ED-26F2C5AA6541}" type="parTrans" cxnId="{B7C9017E-F3FC-4795-A3DC-1D807C5CF3AF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83112D9-B9FD-4B3E-A231-596CC36E3372}" type="sibTrans" cxnId="{B7C9017E-F3FC-4795-A3DC-1D807C5CF3AF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4FC3D13-A9B5-43FD-8BDC-32AD5A21223A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2.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Visitasi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/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Verifikasi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Lapangan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C279119-C14C-4DE1-895B-8775BFDF47EB}" type="parTrans" cxnId="{C6F1ED92-9303-42F4-869E-72A434971F8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E562428-57E4-455A-B593-6F46320CC059}" type="sibTrans" cxnId="{C6F1ED92-9303-42F4-869E-72A434971F89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AC67526-5AE6-443A-AB52-D00DAFB78B31}">
      <dgm:prSet custT="1"/>
      <dgm:spPr/>
      <dgm:t>
        <a:bodyPr/>
        <a:lstStyle/>
        <a:p>
          <a:r>
            <a:rPr lang="it-IT" sz="1100" b="1" dirty="0">
              <a:latin typeface="Arial" panose="020B0604020202020204" pitchFamily="34" charset="0"/>
              <a:cs typeface="Arial" panose="020B0604020202020204" pitchFamily="34" charset="0"/>
            </a:rPr>
            <a:t>Tahap 3. Presentasi dan Wawancara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4C442B4-5DEF-414D-8D54-3DE545AE797D}" type="parTrans" cxnId="{027B2FDA-FAB7-463F-ACCE-300668912516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E6226FA-3EF7-4E85-A6FB-82A7595F1298}" type="sibTrans" cxnId="{027B2FDA-FAB7-463F-ACCE-300668912516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CB5C9D4-05EF-4BD9-B94F-8B792159FA04}">
      <dgm:prSet custT="1"/>
      <dgm:spPr/>
      <dgm:t>
        <a:bodyPr/>
        <a:lstStyle/>
        <a:p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Penganugerahan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dirty="0" err="1">
              <a:latin typeface="Arial" panose="020B0604020202020204" pitchFamily="34" charset="0"/>
              <a:cs typeface="Arial" panose="020B0604020202020204" pitchFamily="34" charset="0"/>
            </a:rPr>
            <a:t>Tahun</a:t>
          </a:r>
          <a:r>
            <a:rPr lang="en-ID" sz="1100" b="1" dirty="0">
              <a:latin typeface="Arial" panose="020B0604020202020204" pitchFamily="34" charset="0"/>
              <a:cs typeface="Arial" panose="020B0604020202020204" pitchFamily="34" charset="0"/>
            </a:rPr>
            <a:t> 2025</a:t>
          </a:r>
          <a:endParaRPr lang="en-ID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F42C034-DCA9-4066-82BF-C02384793C5D}" type="parTrans" cxnId="{64B70E96-7C92-4D0B-9EC3-EFBFB88238E6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95D07F2-86DD-47ED-871C-53171A5CB280}" type="sibTrans" cxnId="{64B70E96-7C92-4D0B-9EC3-EFBFB88238E6}">
      <dgm:prSet/>
      <dgm:spPr/>
      <dgm:t>
        <a:bodyPr/>
        <a:lstStyle/>
        <a:p>
          <a:endParaRPr lang="en-ID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A959280-0739-4C57-8D1B-EDDBCCC6CC38}" type="pres">
      <dgm:prSet presAssocID="{7D90A4FB-502E-4095-AB07-7886A24A5804}" presName="Name0" presStyleCnt="0">
        <dgm:presLayoutVars>
          <dgm:dir/>
          <dgm:resizeHandles val="exact"/>
        </dgm:presLayoutVars>
      </dgm:prSet>
      <dgm:spPr/>
    </dgm:pt>
    <dgm:pt modelId="{EA42DC6E-3729-47FC-BA72-23BCEAC80376}" type="pres">
      <dgm:prSet presAssocID="{7D90A4FB-502E-4095-AB07-7886A24A5804}" presName="arrow" presStyleLbl="bgShp" presStyleIdx="0" presStyleCnt="1"/>
      <dgm:spPr/>
    </dgm:pt>
    <dgm:pt modelId="{67C25DB3-59B8-43EE-96F8-A6B635A0463A}" type="pres">
      <dgm:prSet presAssocID="{7D90A4FB-502E-4095-AB07-7886A24A5804}" presName="points" presStyleCnt="0"/>
      <dgm:spPr/>
    </dgm:pt>
    <dgm:pt modelId="{862F8CA3-EE3F-43C5-A651-304DA3960F58}" type="pres">
      <dgm:prSet presAssocID="{265629BF-B9B9-49F6-8266-1F6736A0AF49}" presName="compositeA" presStyleCnt="0"/>
      <dgm:spPr/>
    </dgm:pt>
    <dgm:pt modelId="{D4C0AF6D-D468-4FBC-A780-219EE1C02AC5}" type="pres">
      <dgm:prSet presAssocID="{265629BF-B9B9-49F6-8266-1F6736A0AF49}" presName="textA" presStyleLbl="revTx" presStyleIdx="0" presStyleCnt="9">
        <dgm:presLayoutVars>
          <dgm:bulletEnabled val="1"/>
        </dgm:presLayoutVars>
      </dgm:prSet>
      <dgm:spPr/>
    </dgm:pt>
    <dgm:pt modelId="{2D10A39D-54A6-447B-B679-72C5F88D7AB8}" type="pres">
      <dgm:prSet presAssocID="{265629BF-B9B9-49F6-8266-1F6736A0AF49}" presName="circleA" presStyleLbl="node1" presStyleIdx="0" presStyleCnt="9"/>
      <dgm:spPr/>
    </dgm:pt>
    <dgm:pt modelId="{407BEF36-2F95-48BD-BCE8-31300AABFA83}" type="pres">
      <dgm:prSet presAssocID="{265629BF-B9B9-49F6-8266-1F6736A0AF49}" presName="spaceA" presStyleCnt="0"/>
      <dgm:spPr/>
    </dgm:pt>
    <dgm:pt modelId="{7C6281F6-EF1A-44C2-ADCE-18FBF012688D}" type="pres">
      <dgm:prSet presAssocID="{46D3D7B0-FC9A-447F-9B15-99DEB88EFF4B}" presName="space" presStyleCnt="0"/>
      <dgm:spPr/>
    </dgm:pt>
    <dgm:pt modelId="{8DE6934D-4005-4614-9C04-7A46BB4A7A88}" type="pres">
      <dgm:prSet presAssocID="{49AC8FEF-0913-4EF9-B565-6E65A703722E}" presName="compositeB" presStyleCnt="0"/>
      <dgm:spPr/>
    </dgm:pt>
    <dgm:pt modelId="{FA41CF90-987B-4B2F-B0C0-0180C1FE4658}" type="pres">
      <dgm:prSet presAssocID="{49AC8FEF-0913-4EF9-B565-6E65A703722E}" presName="textB" presStyleLbl="revTx" presStyleIdx="1" presStyleCnt="9" custScaleX="129536">
        <dgm:presLayoutVars>
          <dgm:bulletEnabled val="1"/>
        </dgm:presLayoutVars>
      </dgm:prSet>
      <dgm:spPr/>
    </dgm:pt>
    <dgm:pt modelId="{4801C7F3-C012-4207-8347-23FA3835AB50}" type="pres">
      <dgm:prSet presAssocID="{49AC8FEF-0913-4EF9-B565-6E65A703722E}" presName="circleB" presStyleLbl="node1" presStyleIdx="1" presStyleCnt="9"/>
      <dgm:spPr/>
    </dgm:pt>
    <dgm:pt modelId="{D64AD0AB-090E-4E0C-BF58-DE2EAAEFFE53}" type="pres">
      <dgm:prSet presAssocID="{49AC8FEF-0913-4EF9-B565-6E65A703722E}" presName="spaceB" presStyleCnt="0"/>
      <dgm:spPr/>
    </dgm:pt>
    <dgm:pt modelId="{A83C80E0-C071-4851-9622-BDFFB529D0A7}" type="pres">
      <dgm:prSet presAssocID="{78F7DA23-CE1C-41C8-AB62-F0CEC834D77E}" presName="space" presStyleCnt="0"/>
      <dgm:spPr/>
    </dgm:pt>
    <dgm:pt modelId="{A17D52E7-F3D8-4A10-9FFC-D7B860DF5DBB}" type="pres">
      <dgm:prSet presAssocID="{7BCB7335-339C-4EE0-ADA1-682416A1CA16}" presName="compositeA" presStyleCnt="0"/>
      <dgm:spPr/>
    </dgm:pt>
    <dgm:pt modelId="{4E2D13DC-DDD3-40C5-A19B-5FDC6EE41A7F}" type="pres">
      <dgm:prSet presAssocID="{7BCB7335-339C-4EE0-ADA1-682416A1CA16}" presName="textA" presStyleLbl="revTx" presStyleIdx="2" presStyleCnt="9">
        <dgm:presLayoutVars>
          <dgm:bulletEnabled val="1"/>
        </dgm:presLayoutVars>
      </dgm:prSet>
      <dgm:spPr/>
    </dgm:pt>
    <dgm:pt modelId="{0E39C646-1006-4056-BC70-EEDC6F867CEF}" type="pres">
      <dgm:prSet presAssocID="{7BCB7335-339C-4EE0-ADA1-682416A1CA16}" presName="circleA" presStyleLbl="node1" presStyleIdx="2" presStyleCnt="9"/>
      <dgm:spPr/>
    </dgm:pt>
    <dgm:pt modelId="{1951E839-9534-4456-A313-8F79C78A1915}" type="pres">
      <dgm:prSet presAssocID="{7BCB7335-339C-4EE0-ADA1-682416A1CA16}" presName="spaceA" presStyleCnt="0"/>
      <dgm:spPr/>
    </dgm:pt>
    <dgm:pt modelId="{2514FDD0-A9FC-4961-9BF7-744C3BABA949}" type="pres">
      <dgm:prSet presAssocID="{F188520F-75C4-4A28-90BF-F2238FA17582}" presName="space" presStyleCnt="0"/>
      <dgm:spPr/>
    </dgm:pt>
    <dgm:pt modelId="{64A5E592-D706-4D09-8922-AE98BF04EEFB}" type="pres">
      <dgm:prSet presAssocID="{5AC2CAA0-571D-4193-9C3F-B6E97E3B1870}" presName="compositeB" presStyleCnt="0"/>
      <dgm:spPr/>
    </dgm:pt>
    <dgm:pt modelId="{F4085ACD-5786-41B3-919D-C38FB65CCC95}" type="pres">
      <dgm:prSet presAssocID="{5AC2CAA0-571D-4193-9C3F-B6E97E3B1870}" presName="textB" presStyleLbl="revTx" presStyleIdx="3" presStyleCnt="9" custScaleX="128711">
        <dgm:presLayoutVars>
          <dgm:bulletEnabled val="1"/>
        </dgm:presLayoutVars>
      </dgm:prSet>
      <dgm:spPr/>
    </dgm:pt>
    <dgm:pt modelId="{FA45DAE2-1C44-48E8-8249-82D947D3562C}" type="pres">
      <dgm:prSet presAssocID="{5AC2CAA0-571D-4193-9C3F-B6E97E3B1870}" presName="circleB" presStyleLbl="node1" presStyleIdx="3" presStyleCnt="9"/>
      <dgm:spPr/>
    </dgm:pt>
    <dgm:pt modelId="{F846E5FF-D54C-49BD-82E2-3FDAA34AE74B}" type="pres">
      <dgm:prSet presAssocID="{5AC2CAA0-571D-4193-9C3F-B6E97E3B1870}" presName="spaceB" presStyleCnt="0"/>
      <dgm:spPr/>
    </dgm:pt>
    <dgm:pt modelId="{14A2BC4C-897C-43F8-9542-3EEB6CC092F3}" type="pres">
      <dgm:prSet presAssocID="{6566EA1A-CF01-4137-8010-59CB9DE4C726}" presName="space" presStyleCnt="0"/>
      <dgm:spPr/>
    </dgm:pt>
    <dgm:pt modelId="{A15D4938-57BB-4735-866F-64CDC8A518E8}" type="pres">
      <dgm:prSet presAssocID="{052AA499-344C-471A-817C-875D884DF9A4}" presName="compositeA" presStyleCnt="0"/>
      <dgm:spPr/>
    </dgm:pt>
    <dgm:pt modelId="{FD4F3981-A8F0-4471-9E13-D88140C2A393}" type="pres">
      <dgm:prSet presAssocID="{052AA499-344C-471A-817C-875D884DF9A4}" presName="textA" presStyleLbl="revTx" presStyleIdx="4" presStyleCnt="9" custScaleX="123269">
        <dgm:presLayoutVars>
          <dgm:bulletEnabled val="1"/>
        </dgm:presLayoutVars>
      </dgm:prSet>
      <dgm:spPr/>
    </dgm:pt>
    <dgm:pt modelId="{DD276DF6-6B05-4A71-895F-4A9DDF52B5A3}" type="pres">
      <dgm:prSet presAssocID="{052AA499-344C-471A-817C-875D884DF9A4}" presName="circleA" presStyleLbl="node1" presStyleIdx="4" presStyleCnt="9"/>
      <dgm:spPr/>
    </dgm:pt>
    <dgm:pt modelId="{30A719E3-340B-4D18-9514-8257881C9699}" type="pres">
      <dgm:prSet presAssocID="{052AA499-344C-471A-817C-875D884DF9A4}" presName="spaceA" presStyleCnt="0"/>
      <dgm:spPr/>
    </dgm:pt>
    <dgm:pt modelId="{38AAF2C6-0EA1-4B70-B161-730494CB6C00}" type="pres">
      <dgm:prSet presAssocID="{5245CBAE-0D4B-46CB-B13B-8FAD5A3A81EF}" presName="space" presStyleCnt="0"/>
      <dgm:spPr/>
    </dgm:pt>
    <dgm:pt modelId="{C71CA493-1373-4DEC-AC2B-BD2638CA5A59}" type="pres">
      <dgm:prSet presAssocID="{1C91FAE7-4BC0-44B9-A106-1280D40C543F}" presName="compositeB" presStyleCnt="0"/>
      <dgm:spPr/>
    </dgm:pt>
    <dgm:pt modelId="{F388DE4E-5785-4B13-8652-F3F92024BB30}" type="pres">
      <dgm:prSet presAssocID="{1C91FAE7-4BC0-44B9-A106-1280D40C543F}" presName="textB" presStyleLbl="revTx" presStyleIdx="5" presStyleCnt="9" custScaleX="120380">
        <dgm:presLayoutVars>
          <dgm:bulletEnabled val="1"/>
        </dgm:presLayoutVars>
      </dgm:prSet>
      <dgm:spPr/>
    </dgm:pt>
    <dgm:pt modelId="{A12DEC78-0187-4D62-8526-1E0FDEBCCCF0}" type="pres">
      <dgm:prSet presAssocID="{1C91FAE7-4BC0-44B9-A106-1280D40C543F}" presName="circleB" presStyleLbl="node1" presStyleIdx="5" presStyleCnt="9"/>
      <dgm:spPr/>
    </dgm:pt>
    <dgm:pt modelId="{25489919-B51F-4CDB-B23F-881B565B5CAE}" type="pres">
      <dgm:prSet presAssocID="{1C91FAE7-4BC0-44B9-A106-1280D40C543F}" presName="spaceB" presStyleCnt="0"/>
      <dgm:spPr/>
    </dgm:pt>
    <dgm:pt modelId="{019B7A79-129D-4FDA-9AF6-37BD9E517B97}" type="pres">
      <dgm:prSet presAssocID="{D83112D9-B9FD-4B3E-A231-596CC36E3372}" presName="space" presStyleCnt="0"/>
      <dgm:spPr/>
    </dgm:pt>
    <dgm:pt modelId="{38BD1DF1-424C-4A50-B0D6-933D8F39B055}" type="pres">
      <dgm:prSet presAssocID="{D4FC3D13-A9B5-43FD-8BDC-32AD5A21223A}" presName="compositeA" presStyleCnt="0"/>
      <dgm:spPr/>
    </dgm:pt>
    <dgm:pt modelId="{0B934A1D-B31C-4700-B49D-F760AF250422}" type="pres">
      <dgm:prSet presAssocID="{D4FC3D13-A9B5-43FD-8BDC-32AD5A21223A}" presName="textA" presStyleLbl="revTx" presStyleIdx="6" presStyleCnt="9">
        <dgm:presLayoutVars>
          <dgm:bulletEnabled val="1"/>
        </dgm:presLayoutVars>
      </dgm:prSet>
      <dgm:spPr/>
    </dgm:pt>
    <dgm:pt modelId="{06C9C31A-D806-48B9-B9DF-9D9DDEF5AC8B}" type="pres">
      <dgm:prSet presAssocID="{D4FC3D13-A9B5-43FD-8BDC-32AD5A21223A}" presName="circleA" presStyleLbl="node1" presStyleIdx="6" presStyleCnt="9"/>
      <dgm:spPr/>
    </dgm:pt>
    <dgm:pt modelId="{953612C6-8FED-44C0-99B5-A91A3FAF64D9}" type="pres">
      <dgm:prSet presAssocID="{D4FC3D13-A9B5-43FD-8BDC-32AD5A21223A}" presName="spaceA" presStyleCnt="0"/>
      <dgm:spPr/>
    </dgm:pt>
    <dgm:pt modelId="{CFED3320-B0D9-44E8-9131-161A7D33E48C}" type="pres">
      <dgm:prSet presAssocID="{FE562428-57E4-455A-B593-6F46320CC059}" presName="space" presStyleCnt="0"/>
      <dgm:spPr/>
    </dgm:pt>
    <dgm:pt modelId="{809E04DB-7F73-40AE-90C0-8AAF1B4B7A31}" type="pres">
      <dgm:prSet presAssocID="{2AC67526-5AE6-443A-AB52-D00DAFB78B31}" presName="compositeB" presStyleCnt="0"/>
      <dgm:spPr/>
    </dgm:pt>
    <dgm:pt modelId="{7595965C-FE44-4232-BE95-0F598C9E499A}" type="pres">
      <dgm:prSet presAssocID="{2AC67526-5AE6-443A-AB52-D00DAFB78B31}" presName="textB" presStyleLbl="revTx" presStyleIdx="7" presStyleCnt="9" custScaleX="120307">
        <dgm:presLayoutVars>
          <dgm:bulletEnabled val="1"/>
        </dgm:presLayoutVars>
      </dgm:prSet>
      <dgm:spPr/>
    </dgm:pt>
    <dgm:pt modelId="{D36AA2B9-65F2-4BD4-8B91-7A1232933294}" type="pres">
      <dgm:prSet presAssocID="{2AC67526-5AE6-443A-AB52-D00DAFB78B31}" presName="circleB" presStyleLbl="node1" presStyleIdx="7" presStyleCnt="9"/>
      <dgm:spPr/>
    </dgm:pt>
    <dgm:pt modelId="{423EC37B-71B8-47A3-8CD9-271CF1E1FEDA}" type="pres">
      <dgm:prSet presAssocID="{2AC67526-5AE6-443A-AB52-D00DAFB78B31}" presName="spaceB" presStyleCnt="0"/>
      <dgm:spPr/>
    </dgm:pt>
    <dgm:pt modelId="{18013DBA-F4FD-4ED0-A7B8-720323C95297}" type="pres">
      <dgm:prSet presAssocID="{9E6226FA-3EF7-4E85-A6FB-82A7595F1298}" presName="space" presStyleCnt="0"/>
      <dgm:spPr/>
    </dgm:pt>
    <dgm:pt modelId="{7B16C16A-D480-421D-8D7A-5455E7B29CE4}" type="pres">
      <dgm:prSet presAssocID="{ACB5C9D4-05EF-4BD9-B94F-8B792159FA04}" presName="compositeA" presStyleCnt="0"/>
      <dgm:spPr/>
    </dgm:pt>
    <dgm:pt modelId="{BB693082-E2E0-4FB8-8706-2B49A978B5EA}" type="pres">
      <dgm:prSet presAssocID="{ACB5C9D4-05EF-4BD9-B94F-8B792159FA04}" presName="textA" presStyleLbl="revTx" presStyleIdx="8" presStyleCnt="9" custScaleX="164948">
        <dgm:presLayoutVars>
          <dgm:bulletEnabled val="1"/>
        </dgm:presLayoutVars>
      </dgm:prSet>
      <dgm:spPr/>
    </dgm:pt>
    <dgm:pt modelId="{034F37AF-4F05-48E0-AF40-AFFD1C473DD3}" type="pres">
      <dgm:prSet presAssocID="{ACB5C9D4-05EF-4BD9-B94F-8B792159FA04}" presName="circleA" presStyleLbl="node1" presStyleIdx="8" presStyleCnt="9"/>
      <dgm:spPr/>
    </dgm:pt>
    <dgm:pt modelId="{CFA7C971-F2A8-4CC2-B7B2-CE079BADFB36}" type="pres">
      <dgm:prSet presAssocID="{ACB5C9D4-05EF-4BD9-B94F-8B792159FA04}" presName="spaceA" presStyleCnt="0"/>
      <dgm:spPr/>
    </dgm:pt>
  </dgm:ptLst>
  <dgm:cxnLst>
    <dgm:cxn modelId="{589A9C11-E192-471A-A217-7384935D7A47}" type="presOf" srcId="{ACB5C9D4-05EF-4BD9-B94F-8B792159FA04}" destId="{BB693082-E2E0-4FB8-8706-2B49A978B5EA}" srcOrd="0" destOrd="0" presId="urn:microsoft.com/office/officeart/2005/8/layout/hProcess11"/>
    <dgm:cxn modelId="{2A466B14-3B7C-49C6-9EA7-B23B72F933FC}" type="presOf" srcId="{7D90A4FB-502E-4095-AB07-7886A24A5804}" destId="{FA959280-0739-4C57-8D1B-EDDBCCC6CC38}" srcOrd="0" destOrd="0" presId="urn:microsoft.com/office/officeart/2005/8/layout/hProcess11"/>
    <dgm:cxn modelId="{7B73A72A-8C4C-4C83-AC70-7DFDB6A49439}" srcId="{7D90A4FB-502E-4095-AB07-7886A24A5804}" destId="{265629BF-B9B9-49F6-8266-1F6736A0AF49}" srcOrd="0" destOrd="0" parTransId="{338258A8-CE50-4CF9-A42D-20D07382442A}" sibTransId="{46D3D7B0-FC9A-447F-9B15-99DEB88EFF4B}"/>
    <dgm:cxn modelId="{BBC43B34-250A-4D9C-85DB-EF9B46C75449}" srcId="{7D90A4FB-502E-4095-AB07-7886A24A5804}" destId="{5AC2CAA0-571D-4193-9C3F-B6E97E3B1870}" srcOrd="3" destOrd="0" parTransId="{45B21780-7116-44BF-BDF2-8B88E6E46E28}" sibTransId="{6566EA1A-CF01-4137-8010-59CB9DE4C726}"/>
    <dgm:cxn modelId="{336A9461-2E1A-447B-95D9-0435A96797AE}" type="presOf" srcId="{2AC67526-5AE6-443A-AB52-D00DAFB78B31}" destId="{7595965C-FE44-4232-BE95-0F598C9E499A}" srcOrd="0" destOrd="0" presId="urn:microsoft.com/office/officeart/2005/8/layout/hProcess11"/>
    <dgm:cxn modelId="{19324F6C-14FB-48AD-A80E-1BFD1D72FEF9}" srcId="{7D90A4FB-502E-4095-AB07-7886A24A5804}" destId="{7BCB7335-339C-4EE0-ADA1-682416A1CA16}" srcOrd="2" destOrd="0" parTransId="{F2A64CB6-54E4-4964-925B-D0B8A42BDEE1}" sibTransId="{F188520F-75C4-4A28-90BF-F2238FA17582}"/>
    <dgm:cxn modelId="{704A5D6D-54D9-461E-8D67-EA03C28E3433}" type="presOf" srcId="{D4FC3D13-A9B5-43FD-8BDC-32AD5A21223A}" destId="{0B934A1D-B31C-4700-B49D-F760AF250422}" srcOrd="0" destOrd="0" presId="urn:microsoft.com/office/officeart/2005/8/layout/hProcess11"/>
    <dgm:cxn modelId="{98EEE175-8384-4997-9CD1-2E371B453E05}" type="presOf" srcId="{052AA499-344C-471A-817C-875D884DF9A4}" destId="{FD4F3981-A8F0-4471-9E13-D88140C2A393}" srcOrd="0" destOrd="0" presId="urn:microsoft.com/office/officeart/2005/8/layout/hProcess11"/>
    <dgm:cxn modelId="{F5873F59-F9E9-401A-A853-F4F6D72B6B82}" srcId="{7D90A4FB-502E-4095-AB07-7886A24A5804}" destId="{052AA499-344C-471A-817C-875D884DF9A4}" srcOrd="4" destOrd="0" parTransId="{AF7CB217-AA7C-4743-8269-0C8849ABD05F}" sibTransId="{5245CBAE-0D4B-46CB-B13B-8FAD5A3A81EF}"/>
    <dgm:cxn modelId="{B7C9017E-F3FC-4795-A3DC-1D807C5CF3AF}" srcId="{7D90A4FB-502E-4095-AB07-7886A24A5804}" destId="{1C91FAE7-4BC0-44B9-A106-1280D40C543F}" srcOrd="5" destOrd="0" parTransId="{CCCB7B59-8847-48BB-A5ED-26F2C5AA6541}" sibTransId="{D83112D9-B9FD-4B3E-A231-596CC36E3372}"/>
    <dgm:cxn modelId="{9904B385-DA8F-437F-B0B5-990DADD47947}" type="presOf" srcId="{1C91FAE7-4BC0-44B9-A106-1280D40C543F}" destId="{F388DE4E-5785-4B13-8652-F3F92024BB30}" srcOrd="0" destOrd="0" presId="urn:microsoft.com/office/officeart/2005/8/layout/hProcess11"/>
    <dgm:cxn modelId="{7AAFDD89-5221-4970-8D3E-01145AA93A0E}" type="presOf" srcId="{5AC2CAA0-571D-4193-9C3F-B6E97E3B1870}" destId="{F4085ACD-5786-41B3-919D-C38FB65CCC95}" srcOrd="0" destOrd="0" presId="urn:microsoft.com/office/officeart/2005/8/layout/hProcess11"/>
    <dgm:cxn modelId="{D9F4068C-31EC-46AD-A418-74E5FD5D0C5C}" type="presOf" srcId="{49AC8FEF-0913-4EF9-B565-6E65A703722E}" destId="{FA41CF90-987B-4B2F-B0C0-0180C1FE4658}" srcOrd="0" destOrd="0" presId="urn:microsoft.com/office/officeart/2005/8/layout/hProcess11"/>
    <dgm:cxn modelId="{C6F1ED92-9303-42F4-869E-72A434971F89}" srcId="{7D90A4FB-502E-4095-AB07-7886A24A5804}" destId="{D4FC3D13-A9B5-43FD-8BDC-32AD5A21223A}" srcOrd="6" destOrd="0" parTransId="{BC279119-C14C-4DE1-895B-8775BFDF47EB}" sibTransId="{FE562428-57E4-455A-B593-6F46320CC059}"/>
    <dgm:cxn modelId="{64B70E96-7C92-4D0B-9EC3-EFBFB88238E6}" srcId="{7D90A4FB-502E-4095-AB07-7886A24A5804}" destId="{ACB5C9D4-05EF-4BD9-B94F-8B792159FA04}" srcOrd="8" destOrd="0" parTransId="{2F42C034-DCA9-4066-82BF-C02384793C5D}" sibTransId="{F95D07F2-86DD-47ED-871C-53171A5CB280}"/>
    <dgm:cxn modelId="{A80420DA-07DF-4648-AA6C-2A76B1F9D21C}" type="presOf" srcId="{265629BF-B9B9-49F6-8266-1F6736A0AF49}" destId="{D4C0AF6D-D468-4FBC-A780-219EE1C02AC5}" srcOrd="0" destOrd="0" presId="urn:microsoft.com/office/officeart/2005/8/layout/hProcess11"/>
    <dgm:cxn modelId="{027B2FDA-FAB7-463F-ACCE-300668912516}" srcId="{7D90A4FB-502E-4095-AB07-7886A24A5804}" destId="{2AC67526-5AE6-443A-AB52-D00DAFB78B31}" srcOrd="7" destOrd="0" parTransId="{E4C442B4-5DEF-414D-8D54-3DE545AE797D}" sibTransId="{9E6226FA-3EF7-4E85-A6FB-82A7595F1298}"/>
    <dgm:cxn modelId="{821515F5-6ADD-4867-B88C-F52DB04BAAF8}" type="presOf" srcId="{7BCB7335-339C-4EE0-ADA1-682416A1CA16}" destId="{4E2D13DC-DDD3-40C5-A19B-5FDC6EE41A7F}" srcOrd="0" destOrd="0" presId="urn:microsoft.com/office/officeart/2005/8/layout/hProcess11"/>
    <dgm:cxn modelId="{879E9CF9-48B7-451C-A7B7-BC79812B2A9D}" srcId="{7D90A4FB-502E-4095-AB07-7886A24A5804}" destId="{49AC8FEF-0913-4EF9-B565-6E65A703722E}" srcOrd="1" destOrd="0" parTransId="{0C5E31F3-D94C-4B6E-973D-30FDA59A31E3}" sibTransId="{78F7DA23-CE1C-41C8-AB62-F0CEC834D77E}"/>
    <dgm:cxn modelId="{888A6E35-4011-410E-844A-45483D46B7F0}" type="presParOf" srcId="{FA959280-0739-4C57-8D1B-EDDBCCC6CC38}" destId="{EA42DC6E-3729-47FC-BA72-23BCEAC80376}" srcOrd="0" destOrd="0" presId="urn:microsoft.com/office/officeart/2005/8/layout/hProcess11"/>
    <dgm:cxn modelId="{B6F27AFB-EF09-4A81-B9C4-EE32AD69EA49}" type="presParOf" srcId="{FA959280-0739-4C57-8D1B-EDDBCCC6CC38}" destId="{67C25DB3-59B8-43EE-96F8-A6B635A0463A}" srcOrd="1" destOrd="0" presId="urn:microsoft.com/office/officeart/2005/8/layout/hProcess11"/>
    <dgm:cxn modelId="{18ABC04D-8E8D-4A12-9EDD-DADC76A861F0}" type="presParOf" srcId="{67C25DB3-59B8-43EE-96F8-A6B635A0463A}" destId="{862F8CA3-EE3F-43C5-A651-304DA3960F58}" srcOrd="0" destOrd="0" presId="urn:microsoft.com/office/officeart/2005/8/layout/hProcess11"/>
    <dgm:cxn modelId="{B5CC30C4-347F-4634-8DA3-A3876DB615FE}" type="presParOf" srcId="{862F8CA3-EE3F-43C5-A651-304DA3960F58}" destId="{D4C0AF6D-D468-4FBC-A780-219EE1C02AC5}" srcOrd="0" destOrd="0" presId="urn:microsoft.com/office/officeart/2005/8/layout/hProcess11"/>
    <dgm:cxn modelId="{9BB8A96C-CF9B-47D3-87D5-D5C14E34210A}" type="presParOf" srcId="{862F8CA3-EE3F-43C5-A651-304DA3960F58}" destId="{2D10A39D-54A6-447B-B679-72C5F88D7AB8}" srcOrd="1" destOrd="0" presId="urn:microsoft.com/office/officeart/2005/8/layout/hProcess11"/>
    <dgm:cxn modelId="{F4935656-BE79-419E-9CA1-9B47470CE1CB}" type="presParOf" srcId="{862F8CA3-EE3F-43C5-A651-304DA3960F58}" destId="{407BEF36-2F95-48BD-BCE8-31300AABFA83}" srcOrd="2" destOrd="0" presId="urn:microsoft.com/office/officeart/2005/8/layout/hProcess11"/>
    <dgm:cxn modelId="{45A2B826-6D0E-4D6D-BA26-28B5829ED318}" type="presParOf" srcId="{67C25DB3-59B8-43EE-96F8-A6B635A0463A}" destId="{7C6281F6-EF1A-44C2-ADCE-18FBF012688D}" srcOrd="1" destOrd="0" presId="urn:microsoft.com/office/officeart/2005/8/layout/hProcess11"/>
    <dgm:cxn modelId="{8F4EC322-3777-46A5-ADB8-374DA3BA97B1}" type="presParOf" srcId="{67C25DB3-59B8-43EE-96F8-A6B635A0463A}" destId="{8DE6934D-4005-4614-9C04-7A46BB4A7A88}" srcOrd="2" destOrd="0" presId="urn:microsoft.com/office/officeart/2005/8/layout/hProcess11"/>
    <dgm:cxn modelId="{68B09D87-DF78-4E21-B754-34E31103B9B0}" type="presParOf" srcId="{8DE6934D-4005-4614-9C04-7A46BB4A7A88}" destId="{FA41CF90-987B-4B2F-B0C0-0180C1FE4658}" srcOrd="0" destOrd="0" presId="urn:microsoft.com/office/officeart/2005/8/layout/hProcess11"/>
    <dgm:cxn modelId="{2C8F11CD-C2DA-4E05-ABCE-D14A0347CAF9}" type="presParOf" srcId="{8DE6934D-4005-4614-9C04-7A46BB4A7A88}" destId="{4801C7F3-C012-4207-8347-23FA3835AB50}" srcOrd="1" destOrd="0" presId="urn:microsoft.com/office/officeart/2005/8/layout/hProcess11"/>
    <dgm:cxn modelId="{45979AA2-ADF3-465B-8C6F-554D238E07C6}" type="presParOf" srcId="{8DE6934D-4005-4614-9C04-7A46BB4A7A88}" destId="{D64AD0AB-090E-4E0C-BF58-DE2EAAEFFE53}" srcOrd="2" destOrd="0" presId="urn:microsoft.com/office/officeart/2005/8/layout/hProcess11"/>
    <dgm:cxn modelId="{90E29755-8E5F-4BAB-9826-4F19527031FB}" type="presParOf" srcId="{67C25DB3-59B8-43EE-96F8-A6B635A0463A}" destId="{A83C80E0-C071-4851-9622-BDFFB529D0A7}" srcOrd="3" destOrd="0" presId="urn:microsoft.com/office/officeart/2005/8/layout/hProcess11"/>
    <dgm:cxn modelId="{D228973A-E2D9-4E22-A901-6D4482CD81A0}" type="presParOf" srcId="{67C25DB3-59B8-43EE-96F8-A6B635A0463A}" destId="{A17D52E7-F3D8-4A10-9FFC-D7B860DF5DBB}" srcOrd="4" destOrd="0" presId="urn:microsoft.com/office/officeart/2005/8/layout/hProcess11"/>
    <dgm:cxn modelId="{042AA675-3F42-49D9-8899-B2E699C61719}" type="presParOf" srcId="{A17D52E7-F3D8-4A10-9FFC-D7B860DF5DBB}" destId="{4E2D13DC-DDD3-40C5-A19B-5FDC6EE41A7F}" srcOrd="0" destOrd="0" presId="urn:microsoft.com/office/officeart/2005/8/layout/hProcess11"/>
    <dgm:cxn modelId="{2A373174-0779-49B7-9EC3-5B60E481803D}" type="presParOf" srcId="{A17D52E7-F3D8-4A10-9FFC-D7B860DF5DBB}" destId="{0E39C646-1006-4056-BC70-EEDC6F867CEF}" srcOrd="1" destOrd="0" presId="urn:microsoft.com/office/officeart/2005/8/layout/hProcess11"/>
    <dgm:cxn modelId="{4C23EA70-9BEA-46D4-9347-7E959A83BC4D}" type="presParOf" srcId="{A17D52E7-F3D8-4A10-9FFC-D7B860DF5DBB}" destId="{1951E839-9534-4456-A313-8F79C78A1915}" srcOrd="2" destOrd="0" presId="urn:microsoft.com/office/officeart/2005/8/layout/hProcess11"/>
    <dgm:cxn modelId="{91CCBE37-C599-486E-B6A3-735AB43BFC0D}" type="presParOf" srcId="{67C25DB3-59B8-43EE-96F8-A6B635A0463A}" destId="{2514FDD0-A9FC-4961-9BF7-744C3BABA949}" srcOrd="5" destOrd="0" presId="urn:microsoft.com/office/officeart/2005/8/layout/hProcess11"/>
    <dgm:cxn modelId="{60885A74-61FB-4072-9931-B26DE7CE410B}" type="presParOf" srcId="{67C25DB3-59B8-43EE-96F8-A6B635A0463A}" destId="{64A5E592-D706-4D09-8922-AE98BF04EEFB}" srcOrd="6" destOrd="0" presId="urn:microsoft.com/office/officeart/2005/8/layout/hProcess11"/>
    <dgm:cxn modelId="{BDDD02F4-9F1B-41DD-ACF6-829E26D5D882}" type="presParOf" srcId="{64A5E592-D706-4D09-8922-AE98BF04EEFB}" destId="{F4085ACD-5786-41B3-919D-C38FB65CCC95}" srcOrd="0" destOrd="0" presId="urn:microsoft.com/office/officeart/2005/8/layout/hProcess11"/>
    <dgm:cxn modelId="{08337F81-2F57-41FA-ABDF-AA56F26ED939}" type="presParOf" srcId="{64A5E592-D706-4D09-8922-AE98BF04EEFB}" destId="{FA45DAE2-1C44-48E8-8249-82D947D3562C}" srcOrd="1" destOrd="0" presId="urn:microsoft.com/office/officeart/2005/8/layout/hProcess11"/>
    <dgm:cxn modelId="{4342F44D-FAFA-4E93-9581-0DAFBBFF3893}" type="presParOf" srcId="{64A5E592-D706-4D09-8922-AE98BF04EEFB}" destId="{F846E5FF-D54C-49BD-82E2-3FDAA34AE74B}" srcOrd="2" destOrd="0" presId="urn:microsoft.com/office/officeart/2005/8/layout/hProcess11"/>
    <dgm:cxn modelId="{C2AEE24A-BAD9-48B0-85D4-F714CAB70840}" type="presParOf" srcId="{67C25DB3-59B8-43EE-96F8-A6B635A0463A}" destId="{14A2BC4C-897C-43F8-9542-3EEB6CC092F3}" srcOrd="7" destOrd="0" presId="urn:microsoft.com/office/officeart/2005/8/layout/hProcess11"/>
    <dgm:cxn modelId="{01FD767B-9955-4D40-967B-7458D6187042}" type="presParOf" srcId="{67C25DB3-59B8-43EE-96F8-A6B635A0463A}" destId="{A15D4938-57BB-4735-866F-64CDC8A518E8}" srcOrd="8" destOrd="0" presId="urn:microsoft.com/office/officeart/2005/8/layout/hProcess11"/>
    <dgm:cxn modelId="{E7533C76-4CFE-4DDB-B64F-8C7C3413356B}" type="presParOf" srcId="{A15D4938-57BB-4735-866F-64CDC8A518E8}" destId="{FD4F3981-A8F0-4471-9E13-D88140C2A393}" srcOrd="0" destOrd="0" presId="urn:microsoft.com/office/officeart/2005/8/layout/hProcess11"/>
    <dgm:cxn modelId="{32A015ED-9F6B-4A91-BF74-E85A1110F848}" type="presParOf" srcId="{A15D4938-57BB-4735-866F-64CDC8A518E8}" destId="{DD276DF6-6B05-4A71-895F-4A9DDF52B5A3}" srcOrd="1" destOrd="0" presId="urn:microsoft.com/office/officeart/2005/8/layout/hProcess11"/>
    <dgm:cxn modelId="{3DDB8183-853C-494C-ACEB-CB077CDF5860}" type="presParOf" srcId="{A15D4938-57BB-4735-866F-64CDC8A518E8}" destId="{30A719E3-340B-4D18-9514-8257881C9699}" srcOrd="2" destOrd="0" presId="urn:microsoft.com/office/officeart/2005/8/layout/hProcess11"/>
    <dgm:cxn modelId="{9258EB0E-0DE4-4C84-9BEA-9DE22EE80B8A}" type="presParOf" srcId="{67C25DB3-59B8-43EE-96F8-A6B635A0463A}" destId="{38AAF2C6-0EA1-4B70-B161-730494CB6C00}" srcOrd="9" destOrd="0" presId="urn:microsoft.com/office/officeart/2005/8/layout/hProcess11"/>
    <dgm:cxn modelId="{3E77D11A-8D30-47E7-8618-98ECC312F2EA}" type="presParOf" srcId="{67C25DB3-59B8-43EE-96F8-A6B635A0463A}" destId="{C71CA493-1373-4DEC-AC2B-BD2638CA5A59}" srcOrd="10" destOrd="0" presId="urn:microsoft.com/office/officeart/2005/8/layout/hProcess11"/>
    <dgm:cxn modelId="{BB73F63E-3686-41F9-85FF-E99EBE65D46C}" type="presParOf" srcId="{C71CA493-1373-4DEC-AC2B-BD2638CA5A59}" destId="{F388DE4E-5785-4B13-8652-F3F92024BB30}" srcOrd="0" destOrd="0" presId="urn:microsoft.com/office/officeart/2005/8/layout/hProcess11"/>
    <dgm:cxn modelId="{B0E9B085-606E-407B-A1ED-FD6982924893}" type="presParOf" srcId="{C71CA493-1373-4DEC-AC2B-BD2638CA5A59}" destId="{A12DEC78-0187-4D62-8526-1E0FDEBCCCF0}" srcOrd="1" destOrd="0" presId="urn:microsoft.com/office/officeart/2005/8/layout/hProcess11"/>
    <dgm:cxn modelId="{7E6C6A07-325F-4A18-AAA7-62375DF357D8}" type="presParOf" srcId="{C71CA493-1373-4DEC-AC2B-BD2638CA5A59}" destId="{25489919-B51F-4CDB-B23F-881B565B5CAE}" srcOrd="2" destOrd="0" presId="urn:microsoft.com/office/officeart/2005/8/layout/hProcess11"/>
    <dgm:cxn modelId="{86373185-88DB-4373-AD6F-CAA0C39CE246}" type="presParOf" srcId="{67C25DB3-59B8-43EE-96F8-A6B635A0463A}" destId="{019B7A79-129D-4FDA-9AF6-37BD9E517B97}" srcOrd="11" destOrd="0" presId="urn:microsoft.com/office/officeart/2005/8/layout/hProcess11"/>
    <dgm:cxn modelId="{CEB29947-2F60-4825-A6A4-6DCAC4E357AC}" type="presParOf" srcId="{67C25DB3-59B8-43EE-96F8-A6B635A0463A}" destId="{38BD1DF1-424C-4A50-B0D6-933D8F39B055}" srcOrd="12" destOrd="0" presId="urn:microsoft.com/office/officeart/2005/8/layout/hProcess11"/>
    <dgm:cxn modelId="{3B8E8F13-6F44-4794-9B65-5E0362928245}" type="presParOf" srcId="{38BD1DF1-424C-4A50-B0D6-933D8F39B055}" destId="{0B934A1D-B31C-4700-B49D-F760AF250422}" srcOrd="0" destOrd="0" presId="urn:microsoft.com/office/officeart/2005/8/layout/hProcess11"/>
    <dgm:cxn modelId="{1B63CCAD-A682-440A-821D-EE7F11B3A0D0}" type="presParOf" srcId="{38BD1DF1-424C-4A50-B0D6-933D8F39B055}" destId="{06C9C31A-D806-48B9-B9DF-9D9DDEF5AC8B}" srcOrd="1" destOrd="0" presId="urn:microsoft.com/office/officeart/2005/8/layout/hProcess11"/>
    <dgm:cxn modelId="{79C6EB30-ADF6-4CA5-9EE0-3339EA6B5A7A}" type="presParOf" srcId="{38BD1DF1-424C-4A50-B0D6-933D8F39B055}" destId="{953612C6-8FED-44C0-99B5-A91A3FAF64D9}" srcOrd="2" destOrd="0" presId="urn:microsoft.com/office/officeart/2005/8/layout/hProcess11"/>
    <dgm:cxn modelId="{6961B482-E08C-43EA-AED5-401C1A9FDB59}" type="presParOf" srcId="{67C25DB3-59B8-43EE-96F8-A6B635A0463A}" destId="{CFED3320-B0D9-44E8-9131-161A7D33E48C}" srcOrd="13" destOrd="0" presId="urn:microsoft.com/office/officeart/2005/8/layout/hProcess11"/>
    <dgm:cxn modelId="{CB7EBC87-6BF2-496F-8F0E-F16719EDFE96}" type="presParOf" srcId="{67C25DB3-59B8-43EE-96F8-A6B635A0463A}" destId="{809E04DB-7F73-40AE-90C0-8AAF1B4B7A31}" srcOrd="14" destOrd="0" presId="urn:microsoft.com/office/officeart/2005/8/layout/hProcess11"/>
    <dgm:cxn modelId="{716C86E5-52BC-4717-93EC-6A9CE235E5D0}" type="presParOf" srcId="{809E04DB-7F73-40AE-90C0-8AAF1B4B7A31}" destId="{7595965C-FE44-4232-BE95-0F598C9E499A}" srcOrd="0" destOrd="0" presId="urn:microsoft.com/office/officeart/2005/8/layout/hProcess11"/>
    <dgm:cxn modelId="{B3221AA6-0615-4A20-A1B3-A4620F116C70}" type="presParOf" srcId="{809E04DB-7F73-40AE-90C0-8AAF1B4B7A31}" destId="{D36AA2B9-65F2-4BD4-8B91-7A1232933294}" srcOrd="1" destOrd="0" presId="urn:microsoft.com/office/officeart/2005/8/layout/hProcess11"/>
    <dgm:cxn modelId="{C2018856-7141-4AF7-9C5B-534643F42860}" type="presParOf" srcId="{809E04DB-7F73-40AE-90C0-8AAF1B4B7A31}" destId="{423EC37B-71B8-47A3-8CD9-271CF1E1FEDA}" srcOrd="2" destOrd="0" presId="urn:microsoft.com/office/officeart/2005/8/layout/hProcess11"/>
    <dgm:cxn modelId="{CE533783-D26E-41A1-B411-E7844B38DE6C}" type="presParOf" srcId="{67C25DB3-59B8-43EE-96F8-A6B635A0463A}" destId="{18013DBA-F4FD-4ED0-A7B8-720323C95297}" srcOrd="15" destOrd="0" presId="urn:microsoft.com/office/officeart/2005/8/layout/hProcess11"/>
    <dgm:cxn modelId="{BDAA747E-7B77-4A71-90B4-156CC94E5091}" type="presParOf" srcId="{67C25DB3-59B8-43EE-96F8-A6B635A0463A}" destId="{7B16C16A-D480-421D-8D7A-5455E7B29CE4}" srcOrd="16" destOrd="0" presId="urn:microsoft.com/office/officeart/2005/8/layout/hProcess11"/>
    <dgm:cxn modelId="{B4A5B353-21E2-4B31-A89C-8EF12085D277}" type="presParOf" srcId="{7B16C16A-D480-421D-8D7A-5455E7B29CE4}" destId="{BB693082-E2E0-4FB8-8706-2B49A978B5EA}" srcOrd="0" destOrd="0" presId="urn:microsoft.com/office/officeart/2005/8/layout/hProcess11"/>
    <dgm:cxn modelId="{697D25B8-7A79-491F-A999-9B1896D51FAC}" type="presParOf" srcId="{7B16C16A-D480-421D-8D7A-5455E7B29CE4}" destId="{034F37AF-4F05-48E0-AF40-AFFD1C473DD3}" srcOrd="1" destOrd="0" presId="urn:microsoft.com/office/officeart/2005/8/layout/hProcess11"/>
    <dgm:cxn modelId="{07B8491F-AC48-495B-AE01-98732D604216}" type="presParOf" srcId="{7B16C16A-D480-421D-8D7A-5455E7B29CE4}" destId="{CFA7C971-F2A8-4CC2-B7B2-CE079BADFB36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711A4B-CBBD-4E19-85EA-B70FC9F85161}">
      <dsp:nvSpPr>
        <dsp:cNvPr id="0" name=""/>
        <dsp:cNvSpPr/>
      </dsp:nvSpPr>
      <dsp:spPr>
        <a:xfrm>
          <a:off x="2312060" y="1742"/>
          <a:ext cx="1676744" cy="108988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000" b="1" kern="1200" dirty="0" err="1">
              <a:latin typeface="Arial" panose="020B0604020202020204" pitchFamily="34" charset="0"/>
              <a:cs typeface="Arial" panose="020B0604020202020204" pitchFamily="34" charset="0"/>
            </a:rPr>
            <a:t>Cageur</a:t>
          </a:r>
          <a:r>
            <a:rPr lang="en-ID" sz="20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200" kern="1200" dirty="0" err="1">
              <a:latin typeface="Arial" panose="020B0604020202020204" pitchFamily="34" charset="0"/>
              <a:cs typeface="Arial" panose="020B0604020202020204" pitchFamily="34" charset="0"/>
            </a:rPr>
            <a:t>sehat</a:t>
          </a:r>
          <a:r>
            <a:rPr lang="en-ID" sz="12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200" kern="1200" dirty="0" err="1">
              <a:latin typeface="Arial" panose="020B0604020202020204" pitchFamily="34" charset="0"/>
              <a:cs typeface="Arial" panose="020B0604020202020204" pitchFamily="34" charset="0"/>
            </a:rPr>
            <a:t>jasmani</a:t>
          </a:r>
          <a:r>
            <a:rPr lang="en-ID" sz="1200" kern="1200" dirty="0">
              <a:latin typeface="Arial" panose="020B0604020202020204" pitchFamily="34" charset="0"/>
              <a:cs typeface="Arial" panose="020B0604020202020204" pitchFamily="34" charset="0"/>
            </a:rPr>
            <a:t> dan </a:t>
          </a:r>
          <a:r>
            <a:rPr lang="en-ID" sz="1200" kern="1200" dirty="0" err="1">
              <a:latin typeface="Arial" panose="020B0604020202020204" pitchFamily="34" charset="0"/>
              <a:cs typeface="Arial" panose="020B0604020202020204" pitchFamily="34" charset="0"/>
            </a:rPr>
            <a:t>rohani</a:t>
          </a:r>
          <a:r>
            <a:rPr lang="en-ID" sz="1200" kern="1200" dirty="0"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ID" sz="1200" kern="1200" dirty="0" err="1">
              <a:latin typeface="Arial" panose="020B0604020202020204" pitchFamily="34" charset="0"/>
              <a:cs typeface="Arial" panose="020B0604020202020204" pitchFamily="34" charset="0"/>
            </a:rPr>
            <a:t>serta</a:t>
          </a:r>
          <a:r>
            <a:rPr lang="en-ID" sz="12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200" kern="1200" dirty="0" err="1">
              <a:latin typeface="Arial" panose="020B0604020202020204" pitchFamily="34" charset="0"/>
              <a:cs typeface="Arial" panose="020B0604020202020204" pitchFamily="34" charset="0"/>
            </a:rPr>
            <a:t>mampu</a:t>
          </a:r>
          <a:r>
            <a:rPr lang="en-ID" sz="12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200" kern="1200" dirty="0" err="1">
              <a:latin typeface="Arial" panose="020B0604020202020204" pitchFamily="34" charset="0"/>
              <a:cs typeface="Arial" panose="020B0604020202020204" pitchFamily="34" charset="0"/>
            </a:rPr>
            <a:t>mengelola</a:t>
          </a:r>
          <a:r>
            <a:rPr lang="en-ID" sz="12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200" kern="1200" dirty="0" err="1">
              <a:latin typeface="Arial" panose="020B0604020202020204" pitchFamily="34" charset="0"/>
              <a:cs typeface="Arial" panose="020B0604020202020204" pitchFamily="34" charset="0"/>
            </a:rPr>
            <a:t>emosi</a:t>
          </a:r>
          <a:endParaRPr lang="en-ID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365264" y="54946"/>
        <a:ext cx="1570336" cy="983475"/>
      </dsp:txXfrm>
    </dsp:sp>
    <dsp:sp modelId="{B9869E2F-63E6-4E2D-8F9C-7FA1B41BB104}">
      <dsp:nvSpPr>
        <dsp:cNvPr id="0" name=""/>
        <dsp:cNvSpPr/>
      </dsp:nvSpPr>
      <dsp:spPr>
        <a:xfrm>
          <a:off x="974605" y="546683"/>
          <a:ext cx="4351655" cy="4351655"/>
        </a:xfrm>
        <a:custGeom>
          <a:avLst/>
          <a:gdLst/>
          <a:ahLst/>
          <a:cxnLst/>
          <a:rect l="0" t="0" r="0" b="0"/>
          <a:pathLst>
            <a:path>
              <a:moveTo>
                <a:pt x="3238425" y="277114"/>
              </a:moveTo>
              <a:arcTo wR="2175827" hR="2175827" stAng="17953990" swAng="1210659"/>
            </a:path>
          </a:pathLst>
        </a:custGeom>
        <a:noFill/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302D1D-C3E2-451D-A79E-C92CB4BAD554}">
      <dsp:nvSpPr>
        <dsp:cNvPr id="0" name=""/>
        <dsp:cNvSpPr/>
      </dsp:nvSpPr>
      <dsp:spPr>
        <a:xfrm>
          <a:off x="4381396" y="1505202"/>
          <a:ext cx="1676744" cy="108988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000" b="1" kern="1200" dirty="0" err="1">
              <a:latin typeface="Arial" panose="020B0604020202020204" pitchFamily="34" charset="0"/>
              <a:cs typeface="Arial" panose="020B0604020202020204" pitchFamily="34" charset="0"/>
            </a:rPr>
            <a:t>Bageur</a:t>
          </a:r>
          <a:endParaRPr lang="en-ID" sz="2000" b="1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200" kern="1200" dirty="0" err="1">
              <a:latin typeface="Arial" panose="020B0604020202020204" pitchFamily="34" charset="0"/>
              <a:cs typeface="Arial" panose="020B0604020202020204" pitchFamily="34" charset="0"/>
            </a:rPr>
            <a:t>berakhlak</a:t>
          </a:r>
          <a:r>
            <a:rPr lang="en-ID" sz="12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200" kern="1200" dirty="0" err="1">
              <a:latin typeface="Arial" panose="020B0604020202020204" pitchFamily="34" charset="0"/>
              <a:cs typeface="Arial" panose="020B0604020202020204" pitchFamily="34" charset="0"/>
            </a:rPr>
            <a:t>mulia</a:t>
          </a:r>
          <a:r>
            <a:rPr lang="en-ID" sz="1200" kern="1200" dirty="0"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ID" sz="1200" kern="1200" dirty="0" err="1">
              <a:latin typeface="Arial" panose="020B0604020202020204" pitchFamily="34" charset="0"/>
              <a:cs typeface="Arial" panose="020B0604020202020204" pitchFamily="34" charset="0"/>
            </a:rPr>
            <a:t>peduli</a:t>
          </a:r>
          <a:r>
            <a:rPr lang="en-ID" sz="12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200" kern="1200" dirty="0" err="1">
              <a:latin typeface="Arial" panose="020B0604020202020204" pitchFamily="34" charset="0"/>
              <a:cs typeface="Arial" panose="020B0604020202020204" pitchFamily="34" charset="0"/>
            </a:rPr>
            <a:t>terhadap</a:t>
          </a:r>
          <a:r>
            <a:rPr lang="en-ID" sz="12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200" kern="1200" dirty="0" err="1">
              <a:latin typeface="Arial" panose="020B0604020202020204" pitchFamily="34" charset="0"/>
              <a:cs typeface="Arial" panose="020B0604020202020204" pitchFamily="34" charset="0"/>
            </a:rPr>
            <a:t>sesama</a:t>
          </a:r>
          <a:r>
            <a:rPr lang="en-ID" sz="1200" kern="1200" dirty="0">
              <a:latin typeface="Arial" panose="020B0604020202020204" pitchFamily="34" charset="0"/>
              <a:cs typeface="Arial" panose="020B0604020202020204" pitchFamily="34" charset="0"/>
            </a:rPr>
            <a:t> dan </a:t>
          </a:r>
          <a:r>
            <a:rPr lang="en-ID" sz="1200" kern="1200" dirty="0" err="1">
              <a:latin typeface="Arial" panose="020B0604020202020204" pitchFamily="34" charset="0"/>
              <a:cs typeface="Arial" panose="020B0604020202020204" pitchFamily="34" charset="0"/>
            </a:rPr>
            <a:t>lingkungan</a:t>
          </a:r>
          <a:endParaRPr lang="en-ID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434600" y="1558406"/>
        <a:ext cx="1570336" cy="983475"/>
      </dsp:txXfrm>
    </dsp:sp>
    <dsp:sp modelId="{ADC26E15-D24C-4BE3-942A-494DDC29E4C8}">
      <dsp:nvSpPr>
        <dsp:cNvPr id="0" name=""/>
        <dsp:cNvSpPr/>
      </dsp:nvSpPr>
      <dsp:spPr>
        <a:xfrm>
          <a:off x="974605" y="546683"/>
          <a:ext cx="4351655" cy="4351655"/>
        </a:xfrm>
        <a:custGeom>
          <a:avLst/>
          <a:gdLst/>
          <a:ahLst/>
          <a:cxnLst/>
          <a:rect l="0" t="0" r="0" b="0"/>
          <a:pathLst>
            <a:path>
              <a:moveTo>
                <a:pt x="4346423" y="2326628"/>
              </a:moveTo>
              <a:arcTo wR="2175827" hR="2175827" stAng="21838452" swAng="1359046"/>
            </a:path>
          </a:pathLst>
        </a:custGeom>
        <a:noFill/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3D818C-4388-4441-B5E7-8369B66F7AFD}">
      <dsp:nvSpPr>
        <dsp:cNvPr id="0" name=""/>
        <dsp:cNvSpPr/>
      </dsp:nvSpPr>
      <dsp:spPr>
        <a:xfrm>
          <a:off x="3590980" y="3937851"/>
          <a:ext cx="1676744" cy="108988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000" b="1" kern="1200" dirty="0" err="1">
              <a:latin typeface="Arial" panose="020B0604020202020204" pitchFamily="34" charset="0"/>
              <a:cs typeface="Arial" panose="020B0604020202020204" pitchFamily="34" charset="0"/>
            </a:rPr>
            <a:t>Bener</a:t>
          </a:r>
          <a:r>
            <a:rPr lang="en-ID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200" kern="1200" dirty="0" err="1">
              <a:latin typeface="Arial" panose="020B0604020202020204" pitchFamily="34" charset="0"/>
              <a:cs typeface="Arial" panose="020B0604020202020204" pitchFamily="34" charset="0"/>
            </a:rPr>
            <a:t>berpikir</a:t>
          </a:r>
          <a:r>
            <a:rPr lang="en-ID" sz="12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200" kern="1200" dirty="0" err="1">
              <a:latin typeface="Arial" panose="020B0604020202020204" pitchFamily="34" charset="0"/>
              <a:cs typeface="Arial" panose="020B0604020202020204" pitchFamily="34" charset="0"/>
            </a:rPr>
            <a:t>kritis</a:t>
          </a:r>
          <a:r>
            <a:rPr lang="en-ID" sz="1200" kern="1200" dirty="0"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ID" sz="1200" kern="1200" dirty="0" err="1">
              <a:latin typeface="Arial" panose="020B0604020202020204" pitchFamily="34" charset="0"/>
              <a:cs typeface="Arial" panose="020B0604020202020204" pitchFamily="34" charset="0"/>
            </a:rPr>
            <a:t>jujur</a:t>
          </a:r>
          <a:r>
            <a:rPr lang="en-ID" sz="1200" kern="1200" dirty="0"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ID" sz="1200" kern="1200" dirty="0" err="1">
              <a:latin typeface="Arial" panose="020B0604020202020204" pitchFamily="34" charset="0"/>
              <a:cs typeface="Arial" panose="020B0604020202020204" pitchFamily="34" charset="0"/>
            </a:rPr>
            <a:t>disiplin</a:t>
          </a:r>
          <a:r>
            <a:rPr lang="en-ID" sz="1200" kern="1200" dirty="0">
              <a:latin typeface="Arial" panose="020B0604020202020204" pitchFamily="34" charset="0"/>
              <a:cs typeface="Arial" panose="020B0604020202020204" pitchFamily="34" charset="0"/>
            </a:rPr>
            <a:t>, dan </a:t>
          </a:r>
          <a:r>
            <a:rPr lang="en-ID" sz="1200" kern="1200" dirty="0" err="1">
              <a:latin typeface="Arial" panose="020B0604020202020204" pitchFamily="34" charset="0"/>
              <a:cs typeface="Arial" panose="020B0604020202020204" pitchFamily="34" charset="0"/>
            </a:rPr>
            <a:t>bertanggung</a:t>
          </a:r>
          <a:r>
            <a:rPr lang="en-ID" sz="12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200" kern="1200" dirty="0" err="1">
              <a:latin typeface="Arial" panose="020B0604020202020204" pitchFamily="34" charset="0"/>
              <a:cs typeface="Arial" panose="020B0604020202020204" pitchFamily="34" charset="0"/>
            </a:rPr>
            <a:t>jawab</a:t>
          </a:r>
          <a:r>
            <a:rPr lang="en-ID" sz="12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</a:p>
      </dsp:txBody>
      <dsp:txXfrm>
        <a:off x="3644184" y="3991055"/>
        <a:ext cx="1570336" cy="983475"/>
      </dsp:txXfrm>
    </dsp:sp>
    <dsp:sp modelId="{2E217268-33D8-4FEA-A03B-63A3E61BA8C5}">
      <dsp:nvSpPr>
        <dsp:cNvPr id="0" name=""/>
        <dsp:cNvSpPr/>
      </dsp:nvSpPr>
      <dsp:spPr>
        <a:xfrm>
          <a:off x="974605" y="546683"/>
          <a:ext cx="4351655" cy="4351655"/>
        </a:xfrm>
        <a:custGeom>
          <a:avLst/>
          <a:gdLst/>
          <a:ahLst/>
          <a:cxnLst/>
          <a:rect l="0" t="0" r="0" b="0"/>
          <a:pathLst>
            <a:path>
              <a:moveTo>
                <a:pt x="2442550" y="4335245"/>
              </a:moveTo>
              <a:arcTo wR="2175827" hR="2175827" stAng="4977523" swAng="844955"/>
            </a:path>
          </a:pathLst>
        </a:custGeom>
        <a:noFill/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A9BDA5-2792-4718-9016-5D10F43BA74F}">
      <dsp:nvSpPr>
        <dsp:cNvPr id="0" name=""/>
        <dsp:cNvSpPr/>
      </dsp:nvSpPr>
      <dsp:spPr>
        <a:xfrm>
          <a:off x="1033141" y="3937851"/>
          <a:ext cx="1676744" cy="108988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000" b="1" kern="1200" dirty="0">
              <a:latin typeface="Arial" panose="020B0604020202020204" pitchFamily="34" charset="0"/>
              <a:cs typeface="Arial" panose="020B0604020202020204" pitchFamily="34" charset="0"/>
            </a:rPr>
            <a:t>Pinter</a:t>
          </a:r>
          <a:r>
            <a:rPr lang="en-ID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200" kern="1200" dirty="0" err="1">
              <a:latin typeface="Arial" panose="020B0604020202020204" pitchFamily="34" charset="0"/>
              <a:cs typeface="Arial" panose="020B0604020202020204" pitchFamily="34" charset="0"/>
            </a:rPr>
            <a:t>cerdas</a:t>
          </a:r>
          <a:r>
            <a:rPr lang="en-ID" sz="1200" kern="1200" dirty="0"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ID" sz="1200" kern="1200" dirty="0" err="1">
              <a:latin typeface="Arial" panose="020B0604020202020204" pitchFamily="34" charset="0"/>
              <a:cs typeface="Arial" panose="020B0604020202020204" pitchFamily="34" charset="0"/>
            </a:rPr>
            <a:t>komunikatif</a:t>
          </a:r>
          <a:r>
            <a:rPr lang="en-ID" sz="1200" kern="1200" dirty="0">
              <a:latin typeface="Arial" panose="020B0604020202020204" pitchFamily="34" charset="0"/>
              <a:cs typeface="Arial" panose="020B0604020202020204" pitchFamily="34" charset="0"/>
            </a:rPr>
            <a:t>, dan </a:t>
          </a:r>
          <a:r>
            <a:rPr lang="en-ID" sz="1200" kern="1200" dirty="0" err="1">
              <a:latin typeface="Arial" panose="020B0604020202020204" pitchFamily="34" charset="0"/>
              <a:cs typeface="Arial" panose="020B0604020202020204" pitchFamily="34" charset="0"/>
            </a:rPr>
            <a:t>berwawasan</a:t>
          </a:r>
          <a:r>
            <a:rPr lang="en-ID" sz="12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200" kern="1200" dirty="0" err="1">
              <a:latin typeface="Arial" panose="020B0604020202020204" pitchFamily="34" charset="0"/>
              <a:cs typeface="Arial" panose="020B0604020202020204" pitchFamily="34" charset="0"/>
            </a:rPr>
            <a:t>kebangsaan</a:t>
          </a:r>
          <a:endParaRPr lang="en-ID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086345" y="3991055"/>
        <a:ext cx="1570336" cy="983475"/>
      </dsp:txXfrm>
    </dsp:sp>
    <dsp:sp modelId="{DDEE1F1D-94F1-49BA-9959-A0EE5EB21238}">
      <dsp:nvSpPr>
        <dsp:cNvPr id="0" name=""/>
        <dsp:cNvSpPr/>
      </dsp:nvSpPr>
      <dsp:spPr>
        <a:xfrm>
          <a:off x="974605" y="546683"/>
          <a:ext cx="4351655" cy="4351655"/>
        </a:xfrm>
        <a:custGeom>
          <a:avLst/>
          <a:gdLst/>
          <a:ahLst/>
          <a:cxnLst/>
          <a:rect l="0" t="0" r="0" b="0"/>
          <a:pathLst>
            <a:path>
              <a:moveTo>
                <a:pt x="230726" y="3150921"/>
              </a:moveTo>
              <a:arcTo wR="2175827" hR="2175827" stAng="9202502" swAng="1359046"/>
            </a:path>
          </a:pathLst>
        </a:custGeom>
        <a:noFill/>
        <a:ln w="95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59AF91-FCC2-4B6D-94E3-504B895B7548}">
      <dsp:nvSpPr>
        <dsp:cNvPr id="0" name=""/>
        <dsp:cNvSpPr/>
      </dsp:nvSpPr>
      <dsp:spPr>
        <a:xfrm>
          <a:off x="242725" y="1505202"/>
          <a:ext cx="1676744" cy="1089883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000" b="1" kern="1200" dirty="0">
              <a:latin typeface="Arial" panose="020B0604020202020204" pitchFamily="34" charset="0"/>
              <a:cs typeface="Arial" panose="020B0604020202020204" pitchFamily="34" charset="0"/>
            </a:rPr>
            <a:t>Singer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200" kern="1200" dirty="0" err="1">
              <a:latin typeface="Arial" panose="020B0604020202020204" pitchFamily="34" charset="0"/>
              <a:cs typeface="Arial" panose="020B0604020202020204" pitchFamily="34" charset="0"/>
            </a:rPr>
            <a:t>kreatif</a:t>
          </a:r>
          <a:r>
            <a:rPr lang="en-ID" sz="1200" kern="1200" dirty="0"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ID" sz="1200" kern="1200" dirty="0" err="1">
              <a:latin typeface="Arial" panose="020B0604020202020204" pitchFamily="34" charset="0"/>
              <a:cs typeface="Arial" panose="020B0604020202020204" pitchFamily="34" charset="0"/>
            </a:rPr>
            <a:t>inovatif</a:t>
          </a:r>
          <a:r>
            <a:rPr lang="en-ID" sz="1200" kern="1200" dirty="0">
              <a:latin typeface="Arial" panose="020B0604020202020204" pitchFamily="34" charset="0"/>
              <a:cs typeface="Arial" panose="020B0604020202020204" pitchFamily="34" charset="0"/>
            </a:rPr>
            <a:t>, dan </a:t>
          </a:r>
          <a:r>
            <a:rPr lang="en-ID" sz="1200" kern="1200" dirty="0" err="1">
              <a:latin typeface="Arial" panose="020B0604020202020204" pitchFamily="34" charset="0"/>
              <a:cs typeface="Arial" panose="020B0604020202020204" pitchFamily="34" charset="0"/>
            </a:rPr>
            <a:t>adaptif</a:t>
          </a:r>
          <a:r>
            <a:rPr lang="en-ID" sz="12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200" kern="1200" dirty="0" err="1">
              <a:latin typeface="Arial" panose="020B0604020202020204" pitchFamily="34" charset="0"/>
              <a:cs typeface="Arial" panose="020B0604020202020204" pitchFamily="34" charset="0"/>
            </a:rPr>
            <a:t>terhadap</a:t>
          </a:r>
          <a:r>
            <a:rPr lang="en-ID" sz="12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200" kern="1200" dirty="0" err="1">
              <a:latin typeface="Arial" panose="020B0604020202020204" pitchFamily="34" charset="0"/>
              <a:cs typeface="Arial" panose="020B0604020202020204" pitchFamily="34" charset="0"/>
            </a:rPr>
            <a:t>perubahan</a:t>
          </a:r>
          <a:r>
            <a:rPr lang="en-ID" sz="12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200" kern="1200" dirty="0" err="1">
              <a:latin typeface="Arial" panose="020B0604020202020204" pitchFamily="34" charset="0"/>
              <a:cs typeface="Arial" panose="020B0604020202020204" pitchFamily="34" charset="0"/>
            </a:rPr>
            <a:t>sosial</a:t>
          </a:r>
          <a:endParaRPr lang="en-ID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95929" y="1558406"/>
        <a:ext cx="1570336" cy="983475"/>
      </dsp:txXfrm>
    </dsp:sp>
    <dsp:sp modelId="{3B54CA4E-C55C-44EC-BD65-02803683E09D}">
      <dsp:nvSpPr>
        <dsp:cNvPr id="0" name=""/>
        <dsp:cNvSpPr/>
      </dsp:nvSpPr>
      <dsp:spPr>
        <a:xfrm>
          <a:off x="974605" y="546683"/>
          <a:ext cx="4351655" cy="4351655"/>
        </a:xfrm>
        <a:custGeom>
          <a:avLst/>
          <a:gdLst/>
          <a:ahLst/>
          <a:cxnLst/>
          <a:rect l="0" t="0" r="0" b="0"/>
          <a:pathLst>
            <a:path>
              <a:moveTo>
                <a:pt x="523517" y="760166"/>
              </a:moveTo>
              <a:arcTo wR="2175827" hR="2175827" stAng="13235352" swAng="1210659"/>
            </a:path>
          </a:pathLst>
        </a:custGeom>
        <a:noFill/>
        <a:ln w="9525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0B7520-914C-4BE4-A9EC-0CEC70D17DD5}">
      <dsp:nvSpPr>
        <dsp:cNvPr id="0" name=""/>
        <dsp:cNvSpPr/>
      </dsp:nvSpPr>
      <dsp:spPr>
        <a:xfrm>
          <a:off x="0" y="0"/>
          <a:ext cx="6892316" cy="74427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 err="1">
              <a:latin typeface="Arial" panose="020B0604020202020204" pitchFamily="34" charset="0"/>
              <a:cs typeface="Arial" panose="020B0604020202020204" pitchFamily="34" charset="0"/>
            </a:rPr>
            <a:t>Sosialisasi</a:t>
          </a:r>
          <a:r>
            <a:rPr lang="en-US" sz="1800" b="1" kern="1200" dirty="0"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US" sz="1800" b="1" kern="1200" dirty="0" err="1">
              <a:latin typeface="Arial" panose="020B0604020202020204" pitchFamily="34" charset="0"/>
              <a:cs typeface="Arial" panose="020B0604020202020204" pitchFamily="34" charset="0"/>
            </a:rPr>
            <a:t>Pendaftaran</a:t>
          </a:r>
          <a:r>
            <a:rPr lang="en-US" sz="1800" b="1" kern="1200" dirty="0">
              <a:latin typeface="Arial" panose="020B0604020202020204" pitchFamily="34" charset="0"/>
              <a:cs typeface="Arial" panose="020B0604020202020204" pitchFamily="34" charset="0"/>
            </a:rPr>
            <a:t> dan Technical Meeting</a:t>
          </a:r>
          <a:endParaRPr lang="en-ID" sz="18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1799" y="21799"/>
        <a:ext cx="6002106" cy="700676"/>
      </dsp:txXfrm>
    </dsp:sp>
    <dsp:sp modelId="{A6AF2D9F-66B7-48E0-9096-6F8ED5ACF1EA}">
      <dsp:nvSpPr>
        <dsp:cNvPr id="0" name=""/>
        <dsp:cNvSpPr/>
      </dsp:nvSpPr>
      <dsp:spPr>
        <a:xfrm>
          <a:off x="514685" y="847645"/>
          <a:ext cx="6892316" cy="744274"/>
        </a:xfrm>
        <a:prstGeom prst="roundRect">
          <a:avLst>
            <a:gd name="adj" fmla="val 10000"/>
          </a:avLst>
        </a:prstGeom>
        <a:solidFill>
          <a:schemeClr val="accent2">
            <a:hueOff val="-898490"/>
            <a:satOff val="6181"/>
            <a:lumOff val="686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800" b="1" kern="1200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800" b="1" kern="1200" dirty="0">
              <a:latin typeface="Arial" panose="020B0604020202020204" pitchFamily="34" charset="0"/>
              <a:cs typeface="Arial" panose="020B0604020202020204" pitchFamily="34" charset="0"/>
            </a:rPr>
            <a:t> 1. Aksi Program </a:t>
          </a:r>
          <a:r>
            <a:rPr lang="en-ID" sz="1800" b="1" kern="1200" dirty="0" err="1">
              <a:latin typeface="Arial" panose="020B0604020202020204" pitchFamily="34" charset="0"/>
              <a:cs typeface="Arial" panose="020B0604020202020204" pitchFamily="34" charset="0"/>
            </a:rPr>
            <a:t>Inovasi</a:t>
          </a:r>
          <a:r>
            <a:rPr lang="en-ID" sz="18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800" b="1" kern="1200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8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800" b="1" kern="1200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endParaRPr lang="en-ID" sz="18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36484" y="869444"/>
        <a:ext cx="5850253" cy="700676"/>
      </dsp:txXfrm>
    </dsp:sp>
    <dsp:sp modelId="{DB78CEB6-F6E7-4307-87A8-0DCD8C0CA755}">
      <dsp:nvSpPr>
        <dsp:cNvPr id="0" name=""/>
        <dsp:cNvSpPr/>
      </dsp:nvSpPr>
      <dsp:spPr>
        <a:xfrm>
          <a:off x="1029371" y="1695291"/>
          <a:ext cx="6892316" cy="744274"/>
        </a:xfrm>
        <a:prstGeom prst="roundRect">
          <a:avLst>
            <a:gd name="adj" fmla="val 10000"/>
          </a:avLst>
        </a:prstGeom>
        <a:solidFill>
          <a:schemeClr val="accent2">
            <a:hueOff val="-1796981"/>
            <a:satOff val="12361"/>
            <a:lumOff val="1372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800" b="1" kern="1200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800" b="1" kern="1200" dirty="0">
              <a:latin typeface="Arial" panose="020B0604020202020204" pitchFamily="34" charset="0"/>
              <a:cs typeface="Arial" panose="020B0604020202020204" pitchFamily="34" charset="0"/>
            </a:rPr>
            <a:t> 2. </a:t>
          </a:r>
          <a:r>
            <a:rPr lang="en-ID" sz="1800" b="1" kern="1200" dirty="0" err="1">
              <a:latin typeface="Arial" panose="020B0604020202020204" pitchFamily="34" charset="0"/>
              <a:cs typeface="Arial" panose="020B0604020202020204" pitchFamily="34" charset="0"/>
            </a:rPr>
            <a:t>Visitasi</a:t>
          </a:r>
          <a:r>
            <a:rPr lang="en-ID" sz="1800" b="1" kern="1200" dirty="0">
              <a:latin typeface="Arial" panose="020B0604020202020204" pitchFamily="34" charset="0"/>
              <a:cs typeface="Arial" panose="020B0604020202020204" pitchFamily="34" charset="0"/>
            </a:rPr>
            <a:t>/ </a:t>
          </a:r>
          <a:r>
            <a:rPr lang="en-ID" sz="1800" b="1" kern="1200" dirty="0" err="1">
              <a:latin typeface="Arial" panose="020B0604020202020204" pitchFamily="34" charset="0"/>
              <a:cs typeface="Arial" panose="020B0604020202020204" pitchFamily="34" charset="0"/>
            </a:rPr>
            <a:t>Verifikasi</a:t>
          </a:r>
          <a:r>
            <a:rPr lang="en-ID" sz="18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800" b="1" kern="1200" dirty="0" err="1">
              <a:latin typeface="Arial" panose="020B0604020202020204" pitchFamily="34" charset="0"/>
              <a:cs typeface="Arial" panose="020B0604020202020204" pitchFamily="34" charset="0"/>
            </a:rPr>
            <a:t>Lapangan</a:t>
          </a:r>
          <a:endParaRPr lang="en-ID" sz="18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051170" y="1717090"/>
        <a:ext cx="5850253" cy="700676"/>
      </dsp:txXfrm>
    </dsp:sp>
    <dsp:sp modelId="{1C4AF343-1AB6-42F5-AC37-9F14AFC8EC8B}">
      <dsp:nvSpPr>
        <dsp:cNvPr id="0" name=""/>
        <dsp:cNvSpPr/>
      </dsp:nvSpPr>
      <dsp:spPr>
        <a:xfrm>
          <a:off x="1544057" y="2542937"/>
          <a:ext cx="6892316" cy="744274"/>
        </a:xfrm>
        <a:prstGeom prst="roundRect">
          <a:avLst>
            <a:gd name="adj" fmla="val 10000"/>
          </a:avLst>
        </a:prstGeom>
        <a:solidFill>
          <a:schemeClr val="accent2">
            <a:hueOff val="-2695471"/>
            <a:satOff val="18542"/>
            <a:lumOff val="2058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b="1" kern="1200" dirty="0">
              <a:latin typeface="Arial" panose="020B0604020202020204" pitchFamily="34" charset="0"/>
              <a:cs typeface="Arial" panose="020B0604020202020204" pitchFamily="34" charset="0"/>
            </a:rPr>
            <a:t>Tahap 3. Presentasi dan Wawancara</a:t>
          </a:r>
          <a:endParaRPr lang="en-ID" sz="18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565856" y="2564736"/>
        <a:ext cx="5850253" cy="700676"/>
      </dsp:txXfrm>
    </dsp:sp>
    <dsp:sp modelId="{928B1435-6BF0-4A93-913E-6B2245FFABDE}">
      <dsp:nvSpPr>
        <dsp:cNvPr id="0" name=""/>
        <dsp:cNvSpPr/>
      </dsp:nvSpPr>
      <dsp:spPr>
        <a:xfrm>
          <a:off x="2058743" y="3390583"/>
          <a:ext cx="6892316" cy="744274"/>
        </a:xfrm>
        <a:prstGeom prst="roundRect">
          <a:avLst>
            <a:gd name="adj" fmla="val 10000"/>
          </a:avLst>
        </a:prstGeom>
        <a:solidFill>
          <a:schemeClr val="accent2">
            <a:hueOff val="-3593961"/>
            <a:satOff val="24722"/>
            <a:lumOff val="2744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800" b="1" kern="1200" dirty="0" err="1">
              <a:latin typeface="Arial" panose="020B0604020202020204" pitchFamily="34" charset="0"/>
              <a:cs typeface="Arial" panose="020B0604020202020204" pitchFamily="34" charset="0"/>
            </a:rPr>
            <a:t>Penganugerahan</a:t>
          </a:r>
          <a:r>
            <a:rPr lang="en-ID" sz="18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800" b="1" kern="1200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8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800" b="1" kern="1200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r>
            <a:rPr lang="en-ID" sz="18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800" b="1" kern="1200" dirty="0" err="1">
              <a:latin typeface="Arial" panose="020B0604020202020204" pitchFamily="34" charset="0"/>
              <a:cs typeface="Arial" panose="020B0604020202020204" pitchFamily="34" charset="0"/>
            </a:rPr>
            <a:t>Tahun</a:t>
          </a:r>
          <a:r>
            <a:rPr lang="en-ID" sz="1800" b="1" kern="1200" dirty="0">
              <a:latin typeface="Arial" panose="020B0604020202020204" pitchFamily="34" charset="0"/>
              <a:cs typeface="Arial" panose="020B0604020202020204" pitchFamily="34" charset="0"/>
            </a:rPr>
            <a:t> 2025</a:t>
          </a:r>
        </a:p>
      </dsp:txBody>
      <dsp:txXfrm>
        <a:off x="2080542" y="3412382"/>
        <a:ext cx="5850253" cy="700676"/>
      </dsp:txXfrm>
    </dsp:sp>
    <dsp:sp modelId="{A9EEA17F-1890-4CD0-976A-145081AC0543}">
      <dsp:nvSpPr>
        <dsp:cNvPr id="0" name=""/>
        <dsp:cNvSpPr/>
      </dsp:nvSpPr>
      <dsp:spPr>
        <a:xfrm>
          <a:off x="6408537" y="543733"/>
          <a:ext cx="483778" cy="48377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18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517387" y="543733"/>
        <a:ext cx="266078" cy="364043"/>
      </dsp:txXfrm>
    </dsp:sp>
    <dsp:sp modelId="{01D2552A-729B-4207-9889-C45FB52C20A1}">
      <dsp:nvSpPr>
        <dsp:cNvPr id="0" name=""/>
        <dsp:cNvSpPr/>
      </dsp:nvSpPr>
      <dsp:spPr>
        <a:xfrm>
          <a:off x="6923223" y="1391379"/>
          <a:ext cx="483778" cy="48377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508147"/>
            <a:satOff val="8658"/>
            <a:lumOff val="571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-1508147"/>
              <a:satOff val="8658"/>
              <a:lumOff val="57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18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032073" y="1391379"/>
        <a:ext cx="266078" cy="364043"/>
      </dsp:txXfrm>
    </dsp:sp>
    <dsp:sp modelId="{4D8245D8-8188-4D2E-95CE-85CB82C8BA50}">
      <dsp:nvSpPr>
        <dsp:cNvPr id="0" name=""/>
        <dsp:cNvSpPr/>
      </dsp:nvSpPr>
      <dsp:spPr>
        <a:xfrm>
          <a:off x="7437909" y="2226621"/>
          <a:ext cx="483778" cy="48377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3016293"/>
            <a:satOff val="17316"/>
            <a:lumOff val="1143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-3016293"/>
              <a:satOff val="17316"/>
              <a:lumOff val="114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18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546759" y="2226621"/>
        <a:ext cx="266078" cy="364043"/>
      </dsp:txXfrm>
    </dsp:sp>
    <dsp:sp modelId="{2D560723-1CF9-48CB-B04A-7E28B0E59498}">
      <dsp:nvSpPr>
        <dsp:cNvPr id="0" name=""/>
        <dsp:cNvSpPr/>
      </dsp:nvSpPr>
      <dsp:spPr>
        <a:xfrm>
          <a:off x="7952595" y="3082536"/>
          <a:ext cx="483778" cy="48377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4524440"/>
            <a:satOff val="25974"/>
            <a:lumOff val="1714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-4524440"/>
              <a:satOff val="25974"/>
              <a:lumOff val="17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18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8061445" y="3082536"/>
        <a:ext cx="266078" cy="3640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42DC6E-3729-47FC-BA72-23BCEAC80376}">
      <dsp:nvSpPr>
        <dsp:cNvPr id="0" name=""/>
        <dsp:cNvSpPr/>
      </dsp:nvSpPr>
      <dsp:spPr>
        <a:xfrm>
          <a:off x="0" y="1102547"/>
          <a:ext cx="11317290" cy="1470063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C0AF6D-D468-4FBC-A780-219EE1C02AC5}">
      <dsp:nvSpPr>
        <dsp:cNvPr id="0" name=""/>
        <dsp:cNvSpPr/>
      </dsp:nvSpPr>
      <dsp:spPr>
        <a:xfrm>
          <a:off x="5522" y="0"/>
          <a:ext cx="902675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Sosialisasi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522" y="0"/>
        <a:ext cx="902675" cy="1470063"/>
      </dsp:txXfrm>
    </dsp:sp>
    <dsp:sp modelId="{2D10A39D-54A6-447B-B679-72C5F88D7AB8}">
      <dsp:nvSpPr>
        <dsp:cNvPr id="0" name=""/>
        <dsp:cNvSpPr/>
      </dsp:nvSpPr>
      <dsp:spPr>
        <a:xfrm>
          <a:off x="273102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41CF90-987B-4B2F-B0C0-0180C1FE4658}">
      <dsp:nvSpPr>
        <dsp:cNvPr id="0" name=""/>
        <dsp:cNvSpPr/>
      </dsp:nvSpPr>
      <dsp:spPr>
        <a:xfrm>
          <a:off x="953332" y="2205095"/>
          <a:ext cx="1169289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Pendaftaran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953332" y="2205095"/>
        <a:ext cx="1169289" cy="1470063"/>
      </dsp:txXfrm>
    </dsp:sp>
    <dsp:sp modelId="{4801C7F3-C012-4207-8347-23FA3835AB50}">
      <dsp:nvSpPr>
        <dsp:cNvPr id="0" name=""/>
        <dsp:cNvSpPr/>
      </dsp:nvSpPr>
      <dsp:spPr>
        <a:xfrm>
          <a:off x="1354218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2D13DC-DDD3-40C5-A19B-5FDC6EE41A7F}">
      <dsp:nvSpPr>
        <dsp:cNvPr id="0" name=""/>
        <dsp:cNvSpPr/>
      </dsp:nvSpPr>
      <dsp:spPr>
        <a:xfrm>
          <a:off x="2167755" y="0"/>
          <a:ext cx="902675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>
              <a:latin typeface="Arial" panose="020B0604020202020204" pitchFamily="34" charset="0"/>
              <a:cs typeface="Arial" panose="020B0604020202020204" pitchFamily="34" charset="0"/>
            </a:rPr>
            <a:t>Technical Meeting</a:t>
          </a:r>
          <a:endParaRPr lang="en-ID" sz="11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167755" y="0"/>
        <a:ext cx="902675" cy="1470063"/>
      </dsp:txXfrm>
    </dsp:sp>
    <dsp:sp modelId="{0E39C646-1006-4056-BC70-EEDC6F867CEF}">
      <dsp:nvSpPr>
        <dsp:cNvPr id="0" name=""/>
        <dsp:cNvSpPr/>
      </dsp:nvSpPr>
      <dsp:spPr>
        <a:xfrm>
          <a:off x="2435335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085ACD-5786-41B3-919D-C38FB65CCC95}">
      <dsp:nvSpPr>
        <dsp:cNvPr id="0" name=""/>
        <dsp:cNvSpPr/>
      </dsp:nvSpPr>
      <dsp:spPr>
        <a:xfrm>
          <a:off x="3115564" y="2205095"/>
          <a:ext cx="1161842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1.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Pengumpulan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Program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Inovasi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115564" y="2205095"/>
        <a:ext cx="1161842" cy="1470063"/>
      </dsp:txXfrm>
    </dsp:sp>
    <dsp:sp modelId="{FA45DAE2-1C44-48E8-8249-82D947D3562C}">
      <dsp:nvSpPr>
        <dsp:cNvPr id="0" name=""/>
        <dsp:cNvSpPr/>
      </dsp:nvSpPr>
      <dsp:spPr>
        <a:xfrm>
          <a:off x="3512728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4F3981-A8F0-4471-9E13-D88140C2A393}">
      <dsp:nvSpPr>
        <dsp:cNvPr id="0" name=""/>
        <dsp:cNvSpPr/>
      </dsp:nvSpPr>
      <dsp:spPr>
        <a:xfrm>
          <a:off x="4322541" y="0"/>
          <a:ext cx="1112719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1.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Aksi Program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Inovasi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322541" y="0"/>
        <a:ext cx="1112719" cy="1470063"/>
      </dsp:txXfrm>
    </dsp:sp>
    <dsp:sp modelId="{DD276DF6-6B05-4A71-895F-4A9DDF52B5A3}">
      <dsp:nvSpPr>
        <dsp:cNvPr id="0" name=""/>
        <dsp:cNvSpPr/>
      </dsp:nvSpPr>
      <dsp:spPr>
        <a:xfrm>
          <a:off x="4695142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88DE4E-5785-4B13-8652-F3F92024BB30}">
      <dsp:nvSpPr>
        <dsp:cNvPr id="0" name=""/>
        <dsp:cNvSpPr/>
      </dsp:nvSpPr>
      <dsp:spPr>
        <a:xfrm>
          <a:off x="5480393" y="2205095"/>
          <a:ext cx="1086640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1.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Pelaporan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Aksi Program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Inovasi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480393" y="2205095"/>
        <a:ext cx="1086640" cy="1470063"/>
      </dsp:txXfrm>
    </dsp:sp>
    <dsp:sp modelId="{A12DEC78-0187-4D62-8526-1E0FDEBCCCF0}">
      <dsp:nvSpPr>
        <dsp:cNvPr id="0" name=""/>
        <dsp:cNvSpPr/>
      </dsp:nvSpPr>
      <dsp:spPr>
        <a:xfrm>
          <a:off x="5839956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934A1D-B31C-4700-B49D-F760AF250422}">
      <dsp:nvSpPr>
        <dsp:cNvPr id="0" name=""/>
        <dsp:cNvSpPr/>
      </dsp:nvSpPr>
      <dsp:spPr>
        <a:xfrm>
          <a:off x="6612168" y="0"/>
          <a:ext cx="902675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2.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Visitasi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/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Verifikasi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Lapangan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612168" y="0"/>
        <a:ext cx="902675" cy="1470063"/>
      </dsp:txXfrm>
    </dsp:sp>
    <dsp:sp modelId="{06C9C31A-D806-48B9-B9DF-9D9DDEF5AC8B}">
      <dsp:nvSpPr>
        <dsp:cNvPr id="0" name=""/>
        <dsp:cNvSpPr/>
      </dsp:nvSpPr>
      <dsp:spPr>
        <a:xfrm>
          <a:off x="6879748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95965C-FE44-4232-BE95-0F598C9E499A}">
      <dsp:nvSpPr>
        <dsp:cNvPr id="0" name=""/>
        <dsp:cNvSpPr/>
      </dsp:nvSpPr>
      <dsp:spPr>
        <a:xfrm>
          <a:off x="7559977" y="2205095"/>
          <a:ext cx="1085981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kern="1200" dirty="0">
              <a:latin typeface="Arial" panose="020B0604020202020204" pitchFamily="34" charset="0"/>
              <a:cs typeface="Arial" panose="020B0604020202020204" pitchFamily="34" charset="0"/>
            </a:rPr>
            <a:t>Tahap 3. Presentasi dan Wawancara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559977" y="2205095"/>
        <a:ext cx="1085981" cy="1470063"/>
      </dsp:txXfrm>
    </dsp:sp>
    <dsp:sp modelId="{D36AA2B9-65F2-4BD4-8B91-7A1232933294}">
      <dsp:nvSpPr>
        <dsp:cNvPr id="0" name=""/>
        <dsp:cNvSpPr/>
      </dsp:nvSpPr>
      <dsp:spPr>
        <a:xfrm>
          <a:off x="7919210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693082-E2E0-4FB8-8706-2B49A978B5EA}">
      <dsp:nvSpPr>
        <dsp:cNvPr id="0" name=""/>
        <dsp:cNvSpPr/>
      </dsp:nvSpPr>
      <dsp:spPr>
        <a:xfrm>
          <a:off x="8691093" y="0"/>
          <a:ext cx="1488945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Penganugerahan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Tahun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2025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8691093" y="0"/>
        <a:ext cx="1488945" cy="1470063"/>
      </dsp:txXfrm>
    </dsp:sp>
    <dsp:sp modelId="{034F37AF-4F05-48E0-AF40-AFFD1C473DD3}">
      <dsp:nvSpPr>
        <dsp:cNvPr id="0" name=""/>
        <dsp:cNvSpPr/>
      </dsp:nvSpPr>
      <dsp:spPr>
        <a:xfrm>
          <a:off x="9251807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42DC6E-3729-47FC-BA72-23BCEAC80376}">
      <dsp:nvSpPr>
        <dsp:cNvPr id="0" name=""/>
        <dsp:cNvSpPr/>
      </dsp:nvSpPr>
      <dsp:spPr>
        <a:xfrm>
          <a:off x="0" y="1102547"/>
          <a:ext cx="11317290" cy="1470063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C0AF6D-D468-4FBC-A780-219EE1C02AC5}">
      <dsp:nvSpPr>
        <dsp:cNvPr id="0" name=""/>
        <dsp:cNvSpPr/>
      </dsp:nvSpPr>
      <dsp:spPr>
        <a:xfrm>
          <a:off x="5522" y="0"/>
          <a:ext cx="902675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Sosialisasi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522" y="0"/>
        <a:ext cx="902675" cy="1470063"/>
      </dsp:txXfrm>
    </dsp:sp>
    <dsp:sp modelId="{2D10A39D-54A6-447B-B679-72C5F88D7AB8}">
      <dsp:nvSpPr>
        <dsp:cNvPr id="0" name=""/>
        <dsp:cNvSpPr/>
      </dsp:nvSpPr>
      <dsp:spPr>
        <a:xfrm>
          <a:off x="273102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41CF90-987B-4B2F-B0C0-0180C1FE4658}">
      <dsp:nvSpPr>
        <dsp:cNvPr id="0" name=""/>
        <dsp:cNvSpPr/>
      </dsp:nvSpPr>
      <dsp:spPr>
        <a:xfrm>
          <a:off x="953332" y="2205095"/>
          <a:ext cx="1169289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Pendaftaran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953332" y="2205095"/>
        <a:ext cx="1169289" cy="1470063"/>
      </dsp:txXfrm>
    </dsp:sp>
    <dsp:sp modelId="{4801C7F3-C012-4207-8347-23FA3835AB50}">
      <dsp:nvSpPr>
        <dsp:cNvPr id="0" name=""/>
        <dsp:cNvSpPr/>
      </dsp:nvSpPr>
      <dsp:spPr>
        <a:xfrm>
          <a:off x="1354218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2D13DC-DDD3-40C5-A19B-5FDC6EE41A7F}">
      <dsp:nvSpPr>
        <dsp:cNvPr id="0" name=""/>
        <dsp:cNvSpPr/>
      </dsp:nvSpPr>
      <dsp:spPr>
        <a:xfrm>
          <a:off x="2167755" y="0"/>
          <a:ext cx="902675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>
              <a:latin typeface="Arial" panose="020B0604020202020204" pitchFamily="34" charset="0"/>
              <a:cs typeface="Arial" panose="020B0604020202020204" pitchFamily="34" charset="0"/>
            </a:rPr>
            <a:t>Technical Meeting</a:t>
          </a:r>
          <a:endParaRPr lang="en-ID" sz="11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167755" y="0"/>
        <a:ext cx="902675" cy="1470063"/>
      </dsp:txXfrm>
    </dsp:sp>
    <dsp:sp modelId="{0E39C646-1006-4056-BC70-EEDC6F867CEF}">
      <dsp:nvSpPr>
        <dsp:cNvPr id="0" name=""/>
        <dsp:cNvSpPr/>
      </dsp:nvSpPr>
      <dsp:spPr>
        <a:xfrm>
          <a:off x="2435335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085ACD-5786-41B3-919D-C38FB65CCC95}">
      <dsp:nvSpPr>
        <dsp:cNvPr id="0" name=""/>
        <dsp:cNvSpPr/>
      </dsp:nvSpPr>
      <dsp:spPr>
        <a:xfrm>
          <a:off x="3115564" y="2205095"/>
          <a:ext cx="1161842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1.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Pengumpulan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Program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Inovasi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115564" y="2205095"/>
        <a:ext cx="1161842" cy="1470063"/>
      </dsp:txXfrm>
    </dsp:sp>
    <dsp:sp modelId="{FA45DAE2-1C44-48E8-8249-82D947D3562C}">
      <dsp:nvSpPr>
        <dsp:cNvPr id="0" name=""/>
        <dsp:cNvSpPr/>
      </dsp:nvSpPr>
      <dsp:spPr>
        <a:xfrm>
          <a:off x="3512728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4F3981-A8F0-4471-9E13-D88140C2A393}">
      <dsp:nvSpPr>
        <dsp:cNvPr id="0" name=""/>
        <dsp:cNvSpPr/>
      </dsp:nvSpPr>
      <dsp:spPr>
        <a:xfrm>
          <a:off x="4322541" y="0"/>
          <a:ext cx="1112719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1.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Aksi Program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Inovasi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322541" y="0"/>
        <a:ext cx="1112719" cy="1470063"/>
      </dsp:txXfrm>
    </dsp:sp>
    <dsp:sp modelId="{DD276DF6-6B05-4A71-895F-4A9DDF52B5A3}">
      <dsp:nvSpPr>
        <dsp:cNvPr id="0" name=""/>
        <dsp:cNvSpPr/>
      </dsp:nvSpPr>
      <dsp:spPr>
        <a:xfrm>
          <a:off x="4695142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88DE4E-5785-4B13-8652-F3F92024BB30}">
      <dsp:nvSpPr>
        <dsp:cNvPr id="0" name=""/>
        <dsp:cNvSpPr/>
      </dsp:nvSpPr>
      <dsp:spPr>
        <a:xfrm>
          <a:off x="5480393" y="2205095"/>
          <a:ext cx="1086640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1.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Pelaporan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Aksi Program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Inovasi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480393" y="2205095"/>
        <a:ext cx="1086640" cy="1470063"/>
      </dsp:txXfrm>
    </dsp:sp>
    <dsp:sp modelId="{A12DEC78-0187-4D62-8526-1E0FDEBCCCF0}">
      <dsp:nvSpPr>
        <dsp:cNvPr id="0" name=""/>
        <dsp:cNvSpPr/>
      </dsp:nvSpPr>
      <dsp:spPr>
        <a:xfrm>
          <a:off x="5839956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934A1D-B31C-4700-B49D-F760AF250422}">
      <dsp:nvSpPr>
        <dsp:cNvPr id="0" name=""/>
        <dsp:cNvSpPr/>
      </dsp:nvSpPr>
      <dsp:spPr>
        <a:xfrm>
          <a:off x="6612168" y="0"/>
          <a:ext cx="902675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2.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Visitasi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/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Verifikasi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Lapangan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612168" y="0"/>
        <a:ext cx="902675" cy="1470063"/>
      </dsp:txXfrm>
    </dsp:sp>
    <dsp:sp modelId="{06C9C31A-D806-48B9-B9DF-9D9DDEF5AC8B}">
      <dsp:nvSpPr>
        <dsp:cNvPr id="0" name=""/>
        <dsp:cNvSpPr/>
      </dsp:nvSpPr>
      <dsp:spPr>
        <a:xfrm>
          <a:off x="6879748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95965C-FE44-4232-BE95-0F598C9E499A}">
      <dsp:nvSpPr>
        <dsp:cNvPr id="0" name=""/>
        <dsp:cNvSpPr/>
      </dsp:nvSpPr>
      <dsp:spPr>
        <a:xfrm>
          <a:off x="7559977" y="2205095"/>
          <a:ext cx="1085981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kern="1200" dirty="0">
              <a:latin typeface="Arial" panose="020B0604020202020204" pitchFamily="34" charset="0"/>
              <a:cs typeface="Arial" panose="020B0604020202020204" pitchFamily="34" charset="0"/>
            </a:rPr>
            <a:t>Tahap 3. Presentasi dan Wawancara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559977" y="2205095"/>
        <a:ext cx="1085981" cy="1470063"/>
      </dsp:txXfrm>
    </dsp:sp>
    <dsp:sp modelId="{D36AA2B9-65F2-4BD4-8B91-7A1232933294}">
      <dsp:nvSpPr>
        <dsp:cNvPr id="0" name=""/>
        <dsp:cNvSpPr/>
      </dsp:nvSpPr>
      <dsp:spPr>
        <a:xfrm>
          <a:off x="7919210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693082-E2E0-4FB8-8706-2B49A978B5EA}">
      <dsp:nvSpPr>
        <dsp:cNvPr id="0" name=""/>
        <dsp:cNvSpPr/>
      </dsp:nvSpPr>
      <dsp:spPr>
        <a:xfrm>
          <a:off x="8691093" y="0"/>
          <a:ext cx="1488945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Penganugerahan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Tahun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2025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8691093" y="0"/>
        <a:ext cx="1488945" cy="1470063"/>
      </dsp:txXfrm>
    </dsp:sp>
    <dsp:sp modelId="{034F37AF-4F05-48E0-AF40-AFFD1C473DD3}">
      <dsp:nvSpPr>
        <dsp:cNvPr id="0" name=""/>
        <dsp:cNvSpPr/>
      </dsp:nvSpPr>
      <dsp:spPr>
        <a:xfrm>
          <a:off x="9251807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42DC6E-3729-47FC-BA72-23BCEAC80376}">
      <dsp:nvSpPr>
        <dsp:cNvPr id="0" name=""/>
        <dsp:cNvSpPr/>
      </dsp:nvSpPr>
      <dsp:spPr>
        <a:xfrm>
          <a:off x="0" y="1102547"/>
          <a:ext cx="11317290" cy="1470063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C0AF6D-D468-4FBC-A780-219EE1C02AC5}">
      <dsp:nvSpPr>
        <dsp:cNvPr id="0" name=""/>
        <dsp:cNvSpPr/>
      </dsp:nvSpPr>
      <dsp:spPr>
        <a:xfrm>
          <a:off x="5522" y="0"/>
          <a:ext cx="902675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Sosialisasi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522" y="0"/>
        <a:ext cx="902675" cy="1470063"/>
      </dsp:txXfrm>
    </dsp:sp>
    <dsp:sp modelId="{2D10A39D-54A6-447B-B679-72C5F88D7AB8}">
      <dsp:nvSpPr>
        <dsp:cNvPr id="0" name=""/>
        <dsp:cNvSpPr/>
      </dsp:nvSpPr>
      <dsp:spPr>
        <a:xfrm>
          <a:off x="273102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41CF90-987B-4B2F-B0C0-0180C1FE4658}">
      <dsp:nvSpPr>
        <dsp:cNvPr id="0" name=""/>
        <dsp:cNvSpPr/>
      </dsp:nvSpPr>
      <dsp:spPr>
        <a:xfrm>
          <a:off x="953332" y="2205095"/>
          <a:ext cx="1169289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Pendaftaran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953332" y="2205095"/>
        <a:ext cx="1169289" cy="1470063"/>
      </dsp:txXfrm>
    </dsp:sp>
    <dsp:sp modelId="{4801C7F3-C012-4207-8347-23FA3835AB50}">
      <dsp:nvSpPr>
        <dsp:cNvPr id="0" name=""/>
        <dsp:cNvSpPr/>
      </dsp:nvSpPr>
      <dsp:spPr>
        <a:xfrm>
          <a:off x="1354218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2D13DC-DDD3-40C5-A19B-5FDC6EE41A7F}">
      <dsp:nvSpPr>
        <dsp:cNvPr id="0" name=""/>
        <dsp:cNvSpPr/>
      </dsp:nvSpPr>
      <dsp:spPr>
        <a:xfrm>
          <a:off x="2167755" y="0"/>
          <a:ext cx="902675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>
              <a:latin typeface="Arial" panose="020B0604020202020204" pitchFamily="34" charset="0"/>
              <a:cs typeface="Arial" panose="020B0604020202020204" pitchFamily="34" charset="0"/>
            </a:rPr>
            <a:t>Technical Meeting</a:t>
          </a:r>
          <a:endParaRPr lang="en-ID" sz="11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167755" y="0"/>
        <a:ext cx="902675" cy="1470063"/>
      </dsp:txXfrm>
    </dsp:sp>
    <dsp:sp modelId="{0E39C646-1006-4056-BC70-EEDC6F867CEF}">
      <dsp:nvSpPr>
        <dsp:cNvPr id="0" name=""/>
        <dsp:cNvSpPr/>
      </dsp:nvSpPr>
      <dsp:spPr>
        <a:xfrm>
          <a:off x="2435335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085ACD-5786-41B3-919D-C38FB65CCC95}">
      <dsp:nvSpPr>
        <dsp:cNvPr id="0" name=""/>
        <dsp:cNvSpPr/>
      </dsp:nvSpPr>
      <dsp:spPr>
        <a:xfrm>
          <a:off x="3115564" y="2205095"/>
          <a:ext cx="1161842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1.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Pengumpulan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Program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Inovasi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115564" y="2205095"/>
        <a:ext cx="1161842" cy="1470063"/>
      </dsp:txXfrm>
    </dsp:sp>
    <dsp:sp modelId="{FA45DAE2-1C44-48E8-8249-82D947D3562C}">
      <dsp:nvSpPr>
        <dsp:cNvPr id="0" name=""/>
        <dsp:cNvSpPr/>
      </dsp:nvSpPr>
      <dsp:spPr>
        <a:xfrm>
          <a:off x="3512728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4F3981-A8F0-4471-9E13-D88140C2A393}">
      <dsp:nvSpPr>
        <dsp:cNvPr id="0" name=""/>
        <dsp:cNvSpPr/>
      </dsp:nvSpPr>
      <dsp:spPr>
        <a:xfrm>
          <a:off x="4322541" y="0"/>
          <a:ext cx="1112719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1.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Aksi Program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Inovasi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322541" y="0"/>
        <a:ext cx="1112719" cy="1470063"/>
      </dsp:txXfrm>
    </dsp:sp>
    <dsp:sp modelId="{DD276DF6-6B05-4A71-895F-4A9DDF52B5A3}">
      <dsp:nvSpPr>
        <dsp:cNvPr id="0" name=""/>
        <dsp:cNvSpPr/>
      </dsp:nvSpPr>
      <dsp:spPr>
        <a:xfrm>
          <a:off x="4695142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88DE4E-5785-4B13-8652-F3F92024BB30}">
      <dsp:nvSpPr>
        <dsp:cNvPr id="0" name=""/>
        <dsp:cNvSpPr/>
      </dsp:nvSpPr>
      <dsp:spPr>
        <a:xfrm>
          <a:off x="5480393" y="2205095"/>
          <a:ext cx="1086640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1.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Pelaporan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Aksi Program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Inovasi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480393" y="2205095"/>
        <a:ext cx="1086640" cy="1470063"/>
      </dsp:txXfrm>
    </dsp:sp>
    <dsp:sp modelId="{A12DEC78-0187-4D62-8526-1E0FDEBCCCF0}">
      <dsp:nvSpPr>
        <dsp:cNvPr id="0" name=""/>
        <dsp:cNvSpPr/>
      </dsp:nvSpPr>
      <dsp:spPr>
        <a:xfrm>
          <a:off x="5839956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934A1D-B31C-4700-B49D-F760AF250422}">
      <dsp:nvSpPr>
        <dsp:cNvPr id="0" name=""/>
        <dsp:cNvSpPr/>
      </dsp:nvSpPr>
      <dsp:spPr>
        <a:xfrm>
          <a:off x="6612168" y="0"/>
          <a:ext cx="902675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2.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Visitasi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/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Verifikasi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Lapangan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612168" y="0"/>
        <a:ext cx="902675" cy="1470063"/>
      </dsp:txXfrm>
    </dsp:sp>
    <dsp:sp modelId="{06C9C31A-D806-48B9-B9DF-9D9DDEF5AC8B}">
      <dsp:nvSpPr>
        <dsp:cNvPr id="0" name=""/>
        <dsp:cNvSpPr/>
      </dsp:nvSpPr>
      <dsp:spPr>
        <a:xfrm>
          <a:off x="6879748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95965C-FE44-4232-BE95-0F598C9E499A}">
      <dsp:nvSpPr>
        <dsp:cNvPr id="0" name=""/>
        <dsp:cNvSpPr/>
      </dsp:nvSpPr>
      <dsp:spPr>
        <a:xfrm>
          <a:off x="7559977" y="2205095"/>
          <a:ext cx="1085981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kern="1200" dirty="0">
              <a:latin typeface="Arial" panose="020B0604020202020204" pitchFamily="34" charset="0"/>
              <a:cs typeface="Arial" panose="020B0604020202020204" pitchFamily="34" charset="0"/>
            </a:rPr>
            <a:t>Tahap 3. Presentasi dan Wawancara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559977" y="2205095"/>
        <a:ext cx="1085981" cy="1470063"/>
      </dsp:txXfrm>
    </dsp:sp>
    <dsp:sp modelId="{D36AA2B9-65F2-4BD4-8B91-7A1232933294}">
      <dsp:nvSpPr>
        <dsp:cNvPr id="0" name=""/>
        <dsp:cNvSpPr/>
      </dsp:nvSpPr>
      <dsp:spPr>
        <a:xfrm>
          <a:off x="7919210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693082-E2E0-4FB8-8706-2B49A978B5EA}">
      <dsp:nvSpPr>
        <dsp:cNvPr id="0" name=""/>
        <dsp:cNvSpPr/>
      </dsp:nvSpPr>
      <dsp:spPr>
        <a:xfrm>
          <a:off x="8691093" y="0"/>
          <a:ext cx="1488945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Penganugerahan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Tahun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2025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8691093" y="0"/>
        <a:ext cx="1488945" cy="1470063"/>
      </dsp:txXfrm>
    </dsp:sp>
    <dsp:sp modelId="{034F37AF-4F05-48E0-AF40-AFFD1C473DD3}">
      <dsp:nvSpPr>
        <dsp:cNvPr id="0" name=""/>
        <dsp:cNvSpPr/>
      </dsp:nvSpPr>
      <dsp:spPr>
        <a:xfrm>
          <a:off x="9251807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42DC6E-3729-47FC-BA72-23BCEAC80376}">
      <dsp:nvSpPr>
        <dsp:cNvPr id="0" name=""/>
        <dsp:cNvSpPr/>
      </dsp:nvSpPr>
      <dsp:spPr>
        <a:xfrm>
          <a:off x="0" y="1102547"/>
          <a:ext cx="11317290" cy="1470063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C0AF6D-D468-4FBC-A780-219EE1C02AC5}">
      <dsp:nvSpPr>
        <dsp:cNvPr id="0" name=""/>
        <dsp:cNvSpPr/>
      </dsp:nvSpPr>
      <dsp:spPr>
        <a:xfrm>
          <a:off x="5522" y="0"/>
          <a:ext cx="902675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Sosialisasi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522" y="0"/>
        <a:ext cx="902675" cy="1470063"/>
      </dsp:txXfrm>
    </dsp:sp>
    <dsp:sp modelId="{2D10A39D-54A6-447B-B679-72C5F88D7AB8}">
      <dsp:nvSpPr>
        <dsp:cNvPr id="0" name=""/>
        <dsp:cNvSpPr/>
      </dsp:nvSpPr>
      <dsp:spPr>
        <a:xfrm>
          <a:off x="273102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41CF90-987B-4B2F-B0C0-0180C1FE4658}">
      <dsp:nvSpPr>
        <dsp:cNvPr id="0" name=""/>
        <dsp:cNvSpPr/>
      </dsp:nvSpPr>
      <dsp:spPr>
        <a:xfrm>
          <a:off x="953332" y="2205095"/>
          <a:ext cx="1169289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Pendaftaran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953332" y="2205095"/>
        <a:ext cx="1169289" cy="1470063"/>
      </dsp:txXfrm>
    </dsp:sp>
    <dsp:sp modelId="{4801C7F3-C012-4207-8347-23FA3835AB50}">
      <dsp:nvSpPr>
        <dsp:cNvPr id="0" name=""/>
        <dsp:cNvSpPr/>
      </dsp:nvSpPr>
      <dsp:spPr>
        <a:xfrm>
          <a:off x="1354218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2D13DC-DDD3-40C5-A19B-5FDC6EE41A7F}">
      <dsp:nvSpPr>
        <dsp:cNvPr id="0" name=""/>
        <dsp:cNvSpPr/>
      </dsp:nvSpPr>
      <dsp:spPr>
        <a:xfrm>
          <a:off x="2167755" y="0"/>
          <a:ext cx="902675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>
              <a:latin typeface="Arial" panose="020B0604020202020204" pitchFamily="34" charset="0"/>
              <a:cs typeface="Arial" panose="020B0604020202020204" pitchFamily="34" charset="0"/>
            </a:rPr>
            <a:t>Technical Meeting</a:t>
          </a:r>
          <a:endParaRPr lang="en-ID" sz="11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167755" y="0"/>
        <a:ext cx="902675" cy="1470063"/>
      </dsp:txXfrm>
    </dsp:sp>
    <dsp:sp modelId="{0E39C646-1006-4056-BC70-EEDC6F867CEF}">
      <dsp:nvSpPr>
        <dsp:cNvPr id="0" name=""/>
        <dsp:cNvSpPr/>
      </dsp:nvSpPr>
      <dsp:spPr>
        <a:xfrm>
          <a:off x="2435335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085ACD-5786-41B3-919D-C38FB65CCC95}">
      <dsp:nvSpPr>
        <dsp:cNvPr id="0" name=""/>
        <dsp:cNvSpPr/>
      </dsp:nvSpPr>
      <dsp:spPr>
        <a:xfrm>
          <a:off x="3115564" y="2205095"/>
          <a:ext cx="1161842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1.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Pengumpulan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Program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Inovasi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115564" y="2205095"/>
        <a:ext cx="1161842" cy="1470063"/>
      </dsp:txXfrm>
    </dsp:sp>
    <dsp:sp modelId="{FA45DAE2-1C44-48E8-8249-82D947D3562C}">
      <dsp:nvSpPr>
        <dsp:cNvPr id="0" name=""/>
        <dsp:cNvSpPr/>
      </dsp:nvSpPr>
      <dsp:spPr>
        <a:xfrm>
          <a:off x="3512728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4F3981-A8F0-4471-9E13-D88140C2A393}">
      <dsp:nvSpPr>
        <dsp:cNvPr id="0" name=""/>
        <dsp:cNvSpPr/>
      </dsp:nvSpPr>
      <dsp:spPr>
        <a:xfrm>
          <a:off x="4322541" y="0"/>
          <a:ext cx="1112719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1.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Aksi Program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Inovasi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322541" y="0"/>
        <a:ext cx="1112719" cy="1470063"/>
      </dsp:txXfrm>
    </dsp:sp>
    <dsp:sp modelId="{DD276DF6-6B05-4A71-895F-4A9DDF52B5A3}">
      <dsp:nvSpPr>
        <dsp:cNvPr id="0" name=""/>
        <dsp:cNvSpPr/>
      </dsp:nvSpPr>
      <dsp:spPr>
        <a:xfrm>
          <a:off x="4695142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88DE4E-5785-4B13-8652-F3F92024BB30}">
      <dsp:nvSpPr>
        <dsp:cNvPr id="0" name=""/>
        <dsp:cNvSpPr/>
      </dsp:nvSpPr>
      <dsp:spPr>
        <a:xfrm>
          <a:off x="5480393" y="2205095"/>
          <a:ext cx="1086640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1.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Pelaporan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Aksi Program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Inovasi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480393" y="2205095"/>
        <a:ext cx="1086640" cy="1470063"/>
      </dsp:txXfrm>
    </dsp:sp>
    <dsp:sp modelId="{A12DEC78-0187-4D62-8526-1E0FDEBCCCF0}">
      <dsp:nvSpPr>
        <dsp:cNvPr id="0" name=""/>
        <dsp:cNvSpPr/>
      </dsp:nvSpPr>
      <dsp:spPr>
        <a:xfrm>
          <a:off x="5839956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934A1D-B31C-4700-B49D-F760AF250422}">
      <dsp:nvSpPr>
        <dsp:cNvPr id="0" name=""/>
        <dsp:cNvSpPr/>
      </dsp:nvSpPr>
      <dsp:spPr>
        <a:xfrm>
          <a:off x="6612168" y="0"/>
          <a:ext cx="902675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2.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Visitasi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/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Verifikasi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Lapangan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612168" y="0"/>
        <a:ext cx="902675" cy="1470063"/>
      </dsp:txXfrm>
    </dsp:sp>
    <dsp:sp modelId="{06C9C31A-D806-48B9-B9DF-9D9DDEF5AC8B}">
      <dsp:nvSpPr>
        <dsp:cNvPr id="0" name=""/>
        <dsp:cNvSpPr/>
      </dsp:nvSpPr>
      <dsp:spPr>
        <a:xfrm>
          <a:off x="6879748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95965C-FE44-4232-BE95-0F598C9E499A}">
      <dsp:nvSpPr>
        <dsp:cNvPr id="0" name=""/>
        <dsp:cNvSpPr/>
      </dsp:nvSpPr>
      <dsp:spPr>
        <a:xfrm>
          <a:off x="7559977" y="2205095"/>
          <a:ext cx="1085981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kern="1200" dirty="0">
              <a:latin typeface="Arial" panose="020B0604020202020204" pitchFamily="34" charset="0"/>
              <a:cs typeface="Arial" panose="020B0604020202020204" pitchFamily="34" charset="0"/>
            </a:rPr>
            <a:t>Tahap 3. Presentasi dan Wawancara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559977" y="2205095"/>
        <a:ext cx="1085981" cy="1470063"/>
      </dsp:txXfrm>
    </dsp:sp>
    <dsp:sp modelId="{D36AA2B9-65F2-4BD4-8B91-7A1232933294}">
      <dsp:nvSpPr>
        <dsp:cNvPr id="0" name=""/>
        <dsp:cNvSpPr/>
      </dsp:nvSpPr>
      <dsp:spPr>
        <a:xfrm>
          <a:off x="7919210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693082-E2E0-4FB8-8706-2B49A978B5EA}">
      <dsp:nvSpPr>
        <dsp:cNvPr id="0" name=""/>
        <dsp:cNvSpPr/>
      </dsp:nvSpPr>
      <dsp:spPr>
        <a:xfrm>
          <a:off x="8691093" y="0"/>
          <a:ext cx="1488945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Penganugerahan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Tahun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2025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8691093" y="0"/>
        <a:ext cx="1488945" cy="1470063"/>
      </dsp:txXfrm>
    </dsp:sp>
    <dsp:sp modelId="{034F37AF-4F05-48E0-AF40-AFFD1C473DD3}">
      <dsp:nvSpPr>
        <dsp:cNvPr id="0" name=""/>
        <dsp:cNvSpPr/>
      </dsp:nvSpPr>
      <dsp:spPr>
        <a:xfrm>
          <a:off x="9251807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42DC6E-3729-47FC-BA72-23BCEAC80376}">
      <dsp:nvSpPr>
        <dsp:cNvPr id="0" name=""/>
        <dsp:cNvSpPr/>
      </dsp:nvSpPr>
      <dsp:spPr>
        <a:xfrm>
          <a:off x="0" y="1102547"/>
          <a:ext cx="11317290" cy="1470063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C0AF6D-D468-4FBC-A780-219EE1C02AC5}">
      <dsp:nvSpPr>
        <dsp:cNvPr id="0" name=""/>
        <dsp:cNvSpPr/>
      </dsp:nvSpPr>
      <dsp:spPr>
        <a:xfrm>
          <a:off x="5522" y="0"/>
          <a:ext cx="902675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Sosialisasi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522" y="0"/>
        <a:ext cx="902675" cy="1470063"/>
      </dsp:txXfrm>
    </dsp:sp>
    <dsp:sp modelId="{2D10A39D-54A6-447B-B679-72C5F88D7AB8}">
      <dsp:nvSpPr>
        <dsp:cNvPr id="0" name=""/>
        <dsp:cNvSpPr/>
      </dsp:nvSpPr>
      <dsp:spPr>
        <a:xfrm>
          <a:off x="273102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41CF90-987B-4B2F-B0C0-0180C1FE4658}">
      <dsp:nvSpPr>
        <dsp:cNvPr id="0" name=""/>
        <dsp:cNvSpPr/>
      </dsp:nvSpPr>
      <dsp:spPr>
        <a:xfrm>
          <a:off x="953332" y="2205095"/>
          <a:ext cx="1169289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Pendaftaran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953332" y="2205095"/>
        <a:ext cx="1169289" cy="1470063"/>
      </dsp:txXfrm>
    </dsp:sp>
    <dsp:sp modelId="{4801C7F3-C012-4207-8347-23FA3835AB50}">
      <dsp:nvSpPr>
        <dsp:cNvPr id="0" name=""/>
        <dsp:cNvSpPr/>
      </dsp:nvSpPr>
      <dsp:spPr>
        <a:xfrm>
          <a:off x="1354218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2D13DC-DDD3-40C5-A19B-5FDC6EE41A7F}">
      <dsp:nvSpPr>
        <dsp:cNvPr id="0" name=""/>
        <dsp:cNvSpPr/>
      </dsp:nvSpPr>
      <dsp:spPr>
        <a:xfrm>
          <a:off x="2167755" y="0"/>
          <a:ext cx="902675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>
              <a:latin typeface="Arial" panose="020B0604020202020204" pitchFamily="34" charset="0"/>
              <a:cs typeface="Arial" panose="020B0604020202020204" pitchFamily="34" charset="0"/>
            </a:rPr>
            <a:t>Technical Meeting</a:t>
          </a:r>
          <a:endParaRPr lang="en-ID" sz="11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167755" y="0"/>
        <a:ext cx="902675" cy="1470063"/>
      </dsp:txXfrm>
    </dsp:sp>
    <dsp:sp modelId="{0E39C646-1006-4056-BC70-EEDC6F867CEF}">
      <dsp:nvSpPr>
        <dsp:cNvPr id="0" name=""/>
        <dsp:cNvSpPr/>
      </dsp:nvSpPr>
      <dsp:spPr>
        <a:xfrm>
          <a:off x="2435335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085ACD-5786-41B3-919D-C38FB65CCC95}">
      <dsp:nvSpPr>
        <dsp:cNvPr id="0" name=""/>
        <dsp:cNvSpPr/>
      </dsp:nvSpPr>
      <dsp:spPr>
        <a:xfrm>
          <a:off x="3115564" y="2205095"/>
          <a:ext cx="1161842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1.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Pengumpulan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Program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Inovasi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115564" y="2205095"/>
        <a:ext cx="1161842" cy="1470063"/>
      </dsp:txXfrm>
    </dsp:sp>
    <dsp:sp modelId="{FA45DAE2-1C44-48E8-8249-82D947D3562C}">
      <dsp:nvSpPr>
        <dsp:cNvPr id="0" name=""/>
        <dsp:cNvSpPr/>
      </dsp:nvSpPr>
      <dsp:spPr>
        <a:xfrm>
          <a:off x="3512728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4F3981-A8F0-4471-9E13-D88140C2A393}">
      <dsp:nvSpPr>
        <dsp:cNvPr id="0" name=""/>
        <dsp:cNvSpPr/>
      </dsp:nvSpPr>
      <dsp:spPr>
        <a:xfrm>
          <a:off x="4322541" y="0"/>
          <a:ext cx="1112719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1.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Aksi Program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Inovasi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322541" y="0"/>
        <a:ext cx="1112719" cy="1470063"/>
      </dsp:txXfrm>
    </dsp:sp>
    <dsp:sp modelId="{DD276DF6-6B05-4A71-895F-4A9DDF52B5A3}">
      <dsp:nvSpPr>
        <dsp:cNvPr id="0" name=""/>
        <dsp:cNvSpPr/>
      </dsp:nvSpPr>
      <dsp:spPr>
        <a:xfrm>
          <a:off x="4695142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88DE4E-5785-4B13-8652-F3F92024BB30}">
      <dsp:nvSpPr>
        <dsp:cNvPr id="0" name=""/>
        <dsp:cNvSpPr/>
      </dsp:nvSpPr>
      <dsp:spPr>
        <a:xfrm>
          <a:off x="5480393" y="2205095"/>
          <a:ext cx="1086640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1.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Pelaporan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Aksi Program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Inovasi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480393" y="2205095"/>
        <a:ext cx="1086640" cy="1470063"/>
      </dsp:txXfrm>
    </dsp:sp>
    <dsp:sp modelId="{A12DEC78-0187-4D62-8526-1E0FDEBCCCF0}">
      <dsp:nvSpPr>
        <dsp:cNvPr id="0" name=""/>
        <dsp:cNvSpPr/>
      </dsp:nvSpPr>
      <dsp:spPr>
        <a:xfrm>
          <a:off x="5839956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934A1D-B31C-4700-B49D-F760AF250422}">
      <dsp:nvSpPr>
        <dsp:cNvPr id="0" name=""/>
        <dsp:cNvSpPr/>
      </dsp:nvSpPr>
      <dsp:spPr>
        <a:xfrm>
          <a:off x="6612168" y="0"/>
          <a:ext cx="902675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2.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Visitasi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/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Verifikasi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Lapangan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612168" y="0"/>
        <a:ext cx="902675" cy="1470063"/>
      </dsp:txXfrm>
    </dsp:sp>
    <dsp:sp modelId="{06C9C31A-D806-48B9-B9DF-9D9DDEF5AC8B}">
      <dsp:nvSpPr>
        <dsp:cNvPr id="0" name=""/>
        <dsp:cNvSpPr/>
      </dsp:nvSpPr>
      <dsp:spPr>
        <a:xfrm>
          <a:off x="6879748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95965C-FE44-4232-BE95-0F598C9E499A}">
      <dsp:nvSpPr>
        <dsp:cNvPr id="0" name=""/>
        <dsp:cNvSpPr/>
      </dsp:nvSpPr>
      <dsp:spPr>
        <a:xfrm>
          <a:off x="7559977" y="2205095"/>
          <a:ext cx="1085981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kern="1200" dirty="0">
              <a:latin typeface="Arial" panose="020B0604020202020204" pitchFamily="34" charset="0"/>
              <a:cs typeface="Arial" panose="020B0604020202020204" pitchFamily="34" charset="0"/>
            </a:rPr>
            <a:t>Tahap 3. Presentasi dan Wawancara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559977" y="2205095"/>
        <a:ext cx="1085981" cy="1470063"/>
      </dsp:txXfrm>
    </dsp:sp>
    <dsp:sp modelId="{D36AA2B9-65F2-4BD4-8B91-7A1232933294}">
      <dsp:nvSpPr>
        <dsp:cNvPr id="0" name=""/>
        <dsp:cNvSpPr/>
      </dsp:nvSpPr>
      <dsp:spPr>
        <a:xfrm>
          <a:off x="7919210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693082-E2E0-4FB8-8706-2B49A978B5EA}">
      <dsp:nvSpPr>
        <dsp:cNvPr id="0" name=""/>
        <dsp:cNvSpPr/>
      </dsp:nvSpPr>
      <dsp:spPr>
        <a:xfrm>
          <a:off x="8691093" y="0"/>
          <a:ext cx="1488945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Penganugerahan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Tahun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2025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8691093" y="0"/>
        <a:ext cx="1488945" cy="1470063"/>
      </dsp:txXfrm>
    </dsp:sp>
    <dsp:sp modelId="{034F37AF-4F05-48E0-AF40-AFFD1C473DD3}">
      <dsp:nvSpPr>
        <dsp:cNvPr id="0" name=""/>
        <dsp:cNvSpPr/>
      </dsp:nvSpPr>
      <dsp:spPr>
        <a:xfrm>
          <a:off x="9251807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42DC6E-3729-47FC-BA72-23BCEAC80376}">
      <dsp:nvSpPr>
        <dsp:cNvPr id="0" name=""/>
        <dsp:cNvSpPr/>
      </dsp:nvSpPr>
      <dsp:spPr>
        <a:xfrm>
          <a:off x="0" y="1102547"/>
          <a:ext cx="11317290" cy="1470063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C0AF6D-D468-4FBC-A780-219EE1C02AC5}">
      <dsp:nvSpPr>
        <dsp:cNvPr id="0" name=""/>
        <dsp:cNvSpPr/>
      </dsp:nvSpPr>
      <dsp:spPr>
        <a:xfrm>
          <a:off x="5522" y="0"/>
          <a:ext cx="902675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Sosialisasi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522" y="0"/>
        <a:ext cx="902675" cy="1470063"/>
      </dsp:txXfrm>
    </dsp:sp>
    <dsp:sp modelId="{2D10A39D-54A6-447B-B679-72C5F88D7AB8}">
      <dsp:nvSpPr>
        <dsp:cNvPr id="0" name=""/>
        <dsp:cNvSpPr/>
      </dsp:nvSpPr>
      <dsp:spPr>
        <a:xfrm>
          <a:off x="273102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41CF90-987B-4B2F-B0C0-0180C1FE4658}">
      <dsp:nvSpPr>
        <dsp:cNvPr id="0" name=""/>
        <dsp:cNvSpPr/>
      </dsp:nvSpPr>
      <dsp:spPr>
        <a:xfrm>
          <a:off x="953332" y="2205095"/>
          <a:ext cx="1169289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Pendaftaran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953332" y="2205095"/>
        <a:ext cx="1169289" cy="1470063"/>
      </dsp:txXfrm>
    </dsp:sp>
    <dsp:sp modelId="{4801C7F3-C012-4207-8347-23FA3835AB50}">
      <dsp:nvSpPr>
        <dsp:cNvPr id="0" name=""/>
        <dsp:cNvSpPr/>
      </dsp:nvSpPr>
      <dsp:spPr>
        <a:xfrm>
          <a:off x="1354218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2D13DC-DDD3-40C5-A19B-5FDC6EE41A7F}">
      <dsp:nvSpPr>
        <dsp:cNvPr id="0" name=""/>
        <dsp:cNvSpPr/>
      </dsp:nvSpPr>
      <dsp:spPr>
        <a:xfrm>
          <a:off x="2167755" y="0"/>
          <a:ext cx="902675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>
              <a:latin typeface="Arial" panose="020B0604020202020204" pitchFamily="34" charset="0"/>
              <a:cs typeface="Arial" panose="020B0604020202020204" pitchFamily="34" charset="0"/>
            </a:rPr>
            <a:t>Technical Meeting</a:t>
          </a:r>
          <a:endParaRPr lang="en-ID" sz="11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167755" y="0"/>
        <a:ext cx="902675" cy="1470063"/>
      </dsp:txXfrm>
    </dsp:sp>
    <dsp:sp modelId="{0E39C646-1006-4056-BC70-EEDC6F867CEF}">
      <dsp:nvSpPr>
        <dsp:cNvPr id="0" name=""/>
        <dsp:cNvSpPr/>
      </dsp:nvSpPr>
      <dsp:spPr>
        <a:xfrm>
          <a:off x="2435335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085ACD-5786-41B3-919D-C38FB65CCC95}">
      <dsp:nvSpPr>
        <dsp:cNvPr id="0" name=""/>
        <dsp:cNvSpPr/>
      </dsp:nvSpPr>
      <dsp:spPr>
        <a:xfrm>
          <a:off x="3115564" y="2205095"/>
          <a:ext cx="1161842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1.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Pengumpulan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Program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Inovasi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115564" y="2205095"/>
        <a:ext cx="1161842" cy="1470063"/>
      </dsp:txXfrm>
    </dsp:sp>
    <dsp:sp modelId="{FA45DAE2-1C44-48E8-8249-82D947D3562C}">
      <dsp:nvSpPr>
        <dsp:cNvPr id="0" name=""/>
        <dsp:cNvSpPr/>
      </dsp:nvSpPr>
      <dsp:spPr>
        <a:xfrm>
          <a:off x="3512728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4F3981-A8F0-4471-9E13-D88140C2A393}">
      <dsp:nvSpPr>
        <dsp:cNvPr id="0" name=""/>
        <dsp:cNvSpPr/>
      </dsp:nvSpPr>
      <dsp:spPr>
        <a:xfrm>
          <a:off x="4322541" y="0"/>
          <a:ext cx="1112719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1.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Aksi Program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Inovasi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322541" y="0"/>
        <a:ext cx="1112719" cy="1470063"/>
      </dsp:txXfrm>
    </dsp:sp>
    <dsp:sp modelId="{DD276DF6-6B05-4A71-895F-4A9DDF52B5A3}">
      <dsp:nvSpPr>
        <dsp:cNvPr id="0" name=""/>
        <dsp:cNvSpPr/>
      </dsp:nvSpPr>
      <dsp:spPr>
        <a:xfrm>
          <a:off x="4695142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88DE4E-5785-4B13-8652-F3F92024BB30}">
      <dsp:nvSpPr>
        <dsp:cNvPr id="0" name=""/>
        <dsp:cNvSpPr/>
      </dsp:nvSpPr>
      <dsp:spPr>
        <a:xfrm>
          <a:off x="5480393" y="2205095"/>
          <a:ext cx="1086640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1.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Pelaporan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Aksi Program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Inovasi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480393" y="2205095"/>
        <a:ext cx="1086640" cy="1470063"/>
      </dsp:txXfrm>
    </dsp:sp>
    <dsp:sp modelId="{A12DEC78-0187-4D62-8526-1E0FDEBCCCF0}">
      <dsp:nvSpPr>
        <dsp:cNvPr id="0" name=""/>
        <dsp:cNvSpPr/>
      </dsp:nvSpPr>
      <dsp:spPr>
        <a:xfrm>
          <a:off x="5839956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934A1D-B31C-4700-B49D-F760AF250422}">
      <dsp:nvSpPr>
        <dsp:cNvPr id="0" name=""/>
        <dsp:cNvSpPr/>
      </dsp:nvSpPr>
      <dsp:spPr>
        <a:xfrm>
          <a:off x="6612168" y="0"/>
          <a:ext cx="902675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2.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Visitasi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/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Verifikasi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Lapangan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612168" y="0"/>
        <a:ext cx="902675" cy="1470063"/>
      </dsp:txXfrm>
    </dsp:sp>
    <dsp:sp modelId="{06C9C31A-D806-48B9-B9DF-9D9DDEF5AC8B}">
      <dsp:nvSpPr>
        <dsp:cNvPr id="0" name=""/>
        <dsp:cNvSpPr/>
      </dsp:nvSpPr>
      <dsp:spPr>
        <a:xfrm>
          <a:off x="6879748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95965C-FE44-4232-BE95-0F598C9E499A}">
      <dsp:nvSpPr>
        <dsp:cNvPr id="0" name=""/>
        <dsp:cNvSpPr/>
      </dsp:nvSpPr>
      <dsp:spPr>
        <a:xfrm>
          <a:off x="7559977" y="2205095"/>
          <a:ext cx="1085981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kern="1200" dirty="0">
              <a:latin typeface="Arial" panose="020B0604020202020204" pitchFamily="34" charset="0"/>
              <a:cs typeface="Arial" panose="020B0604020202020204" pitchFamily="34" charset="0"/>
            </a:rPr>
            <a:t>Tahap 3. Presentasi dan Wawancara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559977" y="2205095"/>
        <a:ext cx="1085981" cy="1470063"/>
      </dsp:txXfrm>
    </dsp:sp>
    <dsp:sp modelId="{D36AA2B9-65F2-4BD4-8B91-7A1232933294}">
      <dsp:nvSpPr>
        <dsp:cNvPr id="0" name=""/>
        <dsp:cNvSpPr/>
      </dsp:nvSpPr>
      <dsp:spPr>
        <a:xfrm>
          <a:off x="7919210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693082-E2E0-4FB8-8706-2B49A978B5EA}">
      <dsp:nvSpPr>
        <dsp:cNvPr id="0" name=""/>
        <dsp:cNvSpPr/>
      </dsp:nvSpPr>
      <dsp:spPr>
        <a:xfrm>
          <a:off x="8691093" y="0"/>
          <a:ext cx="1488945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Penganugerahan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Tahun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2025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8691093" y="0"/>
        <a:ext cx="1488945" cy="1470063"/>
      </dsp:txXfrm>
    </dsp:sp>
    <dsp:sp modelId="{034F37AF-4F05-48E0-AF40-AFFD1C473DD3}">
      <dsp:nvSpPr>
        <dsp:cNvPr id="0" name=""/>
        <dsp:cNvSpPr/>
      </dsp:nvSpPr>
      <dsp:spPr>
        <a:xfrm>
          <a:off x="9251807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42DC6E-3729-47FC-BA72-23BCEAC80376}">
      <dsp:nvSpPr>
        <dsp:cNvPr id="0" name=""/>
        <dsp:cNvSpPr/>
      </dsp:nvSpPr>
      <dsp:spPr>
        <a:xfrm>
          <a:off x="0" y="1102547"/>
          <a:ext cx="11317290" cy="1470063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C0AF6D-D468-4FBC-A780-219EE1C02AC5}">
      <dsp:nvSpPr>
        <dsp:cNvPr id="0" name=""/>
        <dsp:cNvSpPr/>
      </dsp:nvSpPr>
      <dsp:spPr>
        <a:xfrm>
          <a:off x="5522" y="0"/>
          <a:ext cx="902675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Sosialisasi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522" y="0"/>
        <a:ext cx="902675" cy="1470063"/>
      </dsp:txXfrm>
    </dsp:sp>
    <dsp:sp modelId="{2D10A39D-54A6-447B-B679-72C5F88D7AB8}">
      <dsp:nvSpPr>
        <dsp:cNvPr id="0" name=""/>
        <dsp:cNvSpPr/>
      </dsp:nvSpPr>
      <dsp:spPr>
        <a:xfrm>
          <a:off x="273102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41CF90-987B-4B2F-B0C0-0180C1FE4658}">
      <dsp:nvSpPr>
        <dsp:cNvPr id="0" name=""/>
        <dsp:cNvSpPr/>
      </dsp:nvSpPr>
      <dsp:spPr>
        <a:xfrm>
          <a:off x="953332" y="2205095"/>
          <a:ext cx="1169289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Pendaftaran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953332" y="2205095"/>
        <a:ext cx="1169289" cy="1470063"/>
      </dsp:txXfrm>
    </dsp:sp>
    <dsp:sp modelId="{4801C7F3-C012-4207-8347-23FA3835AB50}">
      <dsp:nvSpPr>
        <dsp:cNvPr id="0" name=""/>
        <dsp:cNvSpPr/>
      </dsp:nvSpPr>
      <dsp:spPr>
        <a:xfrm>
          <a:off x="1354218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2D13DC-DDD3-40C5-A19B-5FDC6EE41A7F}">
      <dsp:nvSpPr>
        <dsp:cNvPr id="0" name=""/>
        <dsp:cNvSpPr/>
      </dsp:nvSpPr>
      <dsp:spPr>
        <a:xfrm>
          <a:off x="2167755" y="0"/>
          <a:ext cx="902675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>
              <a:latin typeface="Arial" panose="020B0604020202020204" pitchFamily="34" charset="0"/>
              <a:cs typeface="Arial" panose="020B0604020202020204" pitchFamily="34" charset="0"/>
            </a:rPr>
            <a:t>Technical Meeting</a:t>
          </a:r>
          <a:endParaRPr lang="en-ID" sz="11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167755" y="0"/>
        <a:ext cx="902675" cy="1470063"/>
      </dsp:txXfrm>
    </dsp:sp>
    <dsp:sp modelId="{0E39C646-1006-4056-BC70-EEDC6F867CEF}">
      <dsp:nvSpPr>
        <dsp:cNvPr id="0" name=""/>
        <dsp:cNvSpPr/>
      </dsp:nvSpPr>
      <dsp:spPr>
        <a:xfrm>
          <a:off x="2435335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085ACD-5786-41B3-919D-C38FB65CCC95}">
      <dsp:nvSpPr>
        <dsp:cNvPr id="0" name=""/>
        <dsp:cNvSpPr/>
      </dsp:nvSpPr>
      <dsp:spPr>
        <a:xfrm>
          <a:off x="3115564" y="2205095"/>
          <a:ext cx="1161842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1.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Pengumpulan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Program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Inovasi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115564" y="2205095"/>
        <a:ext cx="1161842" cy="1470063"/>
      </dsp:txXfrm>
    </dsp:sp>
    <dsp:sp modelId="{FA45DAE2-1C44-48E8-8249-82D947D3562C}">
      <dsp:nvSpPr>
        <dsp:cNvPr id="0" name=""/>
        <dsp:cNvSpPr/>
      </dsp:nvSpPr>
      <dsp:spPr>
        <a:xfrm>
          <a:off x="3512728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4F3981-A8F0-4471-9E13-D88140C2A393}">
      <dsp:nvSpPr>
        <dsp:cNvPr id="0" name=""/>
        <dsp:cNvSpPr/>
      </dsp:nvSpPr>
      <dsp:spPr>
        <a:xfrm>
          <a:off x="4322541" y="0"/>
          <a:ext cx="1112719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1.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Aksi Program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Inovasi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322541" y="0"/>
        <a:ext cx="1112719" cy="1470063"/>
      </dsp:txXfrm>
    </dsp:sp>
    <dsp:sp modelId="{DD276DF6-6B05-4A71-895F-4A9DDF52B5A3}">
      <dsp:nvSpPr>
        <dsp:cNvPr id="0" name=""/>
        <dsp:cNvSpPr/>
      </dsp:nvSpPr>
      <dsp:spPr>
        <a:xfrm>
          <a:off x="4695142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88DE4E-5785-4B13-8652-F3F92024BB30}">
      <dsp:nvSpPr>
        <dsp:cNvPr id="0" name=""/>
        <dsp:cNvSpPr/>
      </dsp:nvSpPr>
      <dsp:spPr>
        <a:xfrm>
          <a:off x="5480393" y="2205095"/>
          <a:ext cx="1086640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1.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Pelaporan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Aksi Program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Inovasi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480393" y="2205095"/>
        <a:ext cx="1086640" cy="1470063"/>
      </dsp:txXfrm>
    </dsp:sp>
    <dsp:sp modelId="{A12DEC78-0187-4D62-8526-1E0FDEBCCCF0}">
      <dsp:nvSpPr>
        <dsp:cNvPr id="0" name=""/>
        <dsp:cNvSpPr/>
      </dsp:nvSpPr>
      <dsp:spPr>
        <a:xfrm>
          <a:off x="5839956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934A1D-B31C-4700-B49D-F760AF250422}">
      <dsp:nvSpPr>
        <dsp:cNvPr id="0" name=""/>
        <dsp:cNvSpPr/>
      </dsp:nvSpPr>
      <dsp:spPr>
        <a:xfrm>
          <a:off x="6612168" y="0"/>
          <a:ext cx="902675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2.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Visitasi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/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Verifikasi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Lapangan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612168" y="0"/>
        <a:ext cx="902675" cy="1470063"/>
      </dsp:txXfrm>
    </dsp:sp>
    <dsp:sp modelId="{06C9C31A-D806-48B9-B9DF-9D9DDEF5AC8B}">
      <dsp:nvSpPr>
        <dsp:cNvPr id="0" name=""/>
        <dsp:cNvSpPr/>
      </dsp:nvSpPr>
      <dsp:spPr>
        <a:xfrm>
          <a:off x="6879748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95965C-FE44-4232-BE95-0F598C9E499A}">
      <dsp:nvSpPr>
        <dsp:cNvPr id="0" name=""/>
        <dsp:cNvSpPr/>
      </dsp:nvSpPr>
      <dsp:spPr>
        <a:xfrm>
          <a:off x="7559977" y="2205095"/>
          <a:ext cx="1085981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kern="1200" dirty="0">
              <a:latin typeface="Arial" panose="020B0604020202020204" pitchFamily="34" charset="0"/>
              <a:cs typeface="Arial" panose="020B0604020202020204" pitchFamily="34" charset="0"/>
            </a:rPr>
            <a:t>Tahap 3. Presentasi dan Wawancara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559977" y="2205095"/>
        <a:ext cx="1085981" cy="1470063"/>
      </dsp:txXfrm>
    </dsp:sp>
    <dsp:sp modelId="{D36AA2B9-65F2-4BD4-8B91-7A1232933294}">
      <dsp:nvSpPr>
        <dsp:cNvPr id="0" name=""/>
        <dsp:cNvSpPr/>
      </dsp:nvSpPr>
      <dsp:spPr>
        <a:xfrm>
          <a:off x="7919210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693082-E2E0-4FB8-8706-2B49A978B5EA}">
      <dsp:nvSpPr>
        <dsp:cNvPr id="0" name=""/>
        <dsp:cNvSpPr/>
      </dsp:nvSpPr>
      <dsp:spPr>
        <a:xfrm>
          <a:off x="8691093" y="0"/>
          <a:ext cx="1488945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Penganugerahan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Tahun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2025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8691093" y="0"/>
        <a:ext cx="1488945" cy="1470063"/>
      </dsp:txXfrm>
    </dsp:sp>
    <dsp:sp modelId="{034F37AF-4F05-48E0-AF40-AFFD1C473DD3}">
      <dsp:nvSpPr>
        <dsp:cNvPr id="0" name=""/>
        <dsp:cNvSpPr/>
      </dsp:nvSpPr>
      <dsp:spPr>
        <a:xfrm>
          <a:off x="9251807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42DC6E-3729-47FC-BA72-23BCEAC80376}">
      <dsp:nvSpPr>
        <dsp:cNvPr id="0" name=""/>
        <dsp:cNvSpPr/>
      </dsp:nvSpPr>
      <dsp:spPr>
        <a:xfrm>
          <a:off x="0" y="1102547"/>
          <a:ext cx="11317290" cy="1470063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C0AF6D-D468-4FBC-A780-219EE1C02AC5}">
      <dsp:nvSpPr>
        <dsp:cNvPr id="0" name=""/>
        <dsp:cNvSpPr/>
      </dsp:nvSpPr>
      <dsp:spPr>
        <a:xfrm>
          <a:off x="5522" y="0"/>
          <a:ext cx="902675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Sosialisasi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522" y="0"/>
        <a:ext cx="902675" cy="1470063"/>
      </dsp:txXfrm>
    </dsp:sp>
    <dsp:sp modelId="{2D10A39D-54A6-447B-B679-72C5F88D7AB8}">
      <dsp:nvSpPr>
        <dsp:cNvPr id="0" name=""/>
        <dsp:cNvSpPr/>
      </dsp:nvSpPr>
      <dsp:spPr>
        <a:xfrm>
          <a:off x="273102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41CF90-987B-4B2F-B0C0-0180C1FE4658}">
      <dsp:nvSpPr>
        <dsp:cNvPr id="0" name=""/>
        <dsp:cNvSpPr/>
      </dsp:nvSpPr>
      <dsp:spPr>
        <a:xfrm>
          <a:off x="953332" y="2205095"/>
          <a:ext cx="1169289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Pendaftaran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953332" y="2205095"/>
        <a:ext cx="1169289" cy="1470063"/>
      </dsp:txXfrm>
    </dsp:sp>
    <dsp:sp modelId="{4801C7F3-C012-4207-8347-23FA3835AB50}">
      <dsp:nvSpPr>
        <dsp:cNvPr id="0" name=""/>
        <dsp:cNvSpPr/>
      </dsp:nvSpPr>
      <dsp:spPr>
        <a:xfrm>
          <a:off x="1354218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2D13DC-DDD3-40C5-A19B-5FDC6EE41A7F}">
      <dsp:nvSpPr>
        <dsp:cNvPr id="0" name=""/>
        <dsp:cNvSpPr/>
      </dsp:nvSpPr>
      <dsp:spPr>
        <a:xfrm>
          <a:off x="2167755" y="0"/>
          <a:ext cx="902675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>
              <a:latin typeface="Arial" panose="020B0604020202020204" pitchFamily="34" charset="0"/>
              <a:cs typeface="Arial" panose="020B0604020202020204" pitchFamily="34" charset="0"/>
            </a:rPr>
            <a:t>Technical Meeting</a:t>
          </a:r>
          <a:endParaRPr lang="en-ID" sz="11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167755" y="0"/>
        <a:ext cx="902675" cy="1470063"/>
      </dsp:txXfrm>
    </dsp:sp>
    <dsp:sp modelId="{0E39C646-1006-4056-BC70-EEDC6F867CEF}">
      <dsp:nvSpPr>
        <dsp:cNvPr id="0" name=""/>
        <dsp:cNvSpPr/>
      </dsp:nvSpPr>
      <dsp:spPr>
        <a:xfrm>
          <a:off x="2435335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085ACD-5786-41B3-919D-C38FB65CCC95}">
      <dsp:nvSpPr>
        <dsp:cNvPr id="0" name=""/>
        <dsp:cNvSpPr/>
      </dsp:nvSpPr>
      <dsp:spPr>
        <a:xfrm>
          <a:off x="3115564" y="2205095"/>
          <a:ext cx="1161842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1.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Pengumpulan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Program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Inovasi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115564" y="2205095"/>
        <a:ext cx="1161842" cy="1470063"/>
      </dsp:txXfrm>
    </dsp:sp>
    <dsp:sp modelId="{FA45DAE2-1C44-48E8-8249-82D947D3562C}">
      <dsp:nvSpPr>
        <dsp:cNvPr id="0" name=""/>
        <dsp:cNvSpPr/>
      </dsp:nvSpPr>
      <dsp:spPr>
        <a:xfrm>
          <a:off x="3512728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4F3981-A8F0-4471-9E13-D88140C2A393}">
      <dsp:nvSpPr>
        <dsp:cNvPr id="0" name=""/>
        <dsp:cNvSpPr/>
      </dsp:nvSpPr>
      <dsp:spPr>
        <a:xfrm>
          <a:off x="4322541" y="0"/>
          <a:ext cx="1112719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1.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Aksi Program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Inovasi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322541" y="0"/>
        <a:ext cx="1112719" cy="1470063"/>
      </dsp:txXfrm>
    </dsp:sp>
    <dsp:sp modelId="{DD276DF6-6B05-4A71-895F-4A9DDF52B5A3}">
      <dsp:nvSpPr>
        <dsp:cNvPr id="0" name=""/>
        <dsp:cNvSpPr/>
      </dsp:nvSpPr>
      <dsp:spPr>
        <a:xfrm>
          <a:off x="4695142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88DE4E-5785-4B13-8652-F3F92024BB30}">
      <dsp:nvSpPr>
        <dsp:cNvPr id="0" name=""/>
        <dsp:cNvSpPr/>
      </dsp:nvSpPr>
      <dsp:spPr>
        <a:xfrm>
          <a:off x="5480393" y="2205095"/>
          <a:ext cx="1086640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1.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Pelaporan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Aksi Program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Inovasi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480393" y="2205095"/>
        <a:ext cx="1086640" cy="1470063"/>
      </dsp:txXfrm>
    </dsp:sp>
    <dsp:sp modelId="{A12DEC78-0187-4D62-8526-1E0FDEBCCCF0}">
      <dsp:nvSpPr>
        <dsp:cNvPr id="0" name=""/>
        <dsp:cNvSpPr/>
      </dsp:nvSpPr>
      <dsp:spPr>
        <a:xfrm>
          <a:off x="5839956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934A1D-B31C-4700-B49D-F760AF250422}">
      <dsp:nvSpPr>
        <dsp:cNvPr id="0" name=""/>
        <dsp:cNvSpPr/>
      </dsp:nvSpPr>
      <dsp:spPr>
        <a:xfrm>
          <a:off x="6612168" y="0"/>
          <a:ext cx="902675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2.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Visitasi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/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Verifikasi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Lapangan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612168" y="0"/>
        <a:ext cx="902675" cy="1470063"/>
      </dsp:txXfrm>
    </dsp:sp>
    <dsp:sp modelId="{06C9C31A-D806-48B9-B9DF-9D9DDEF5AC8B}">
      <dsp:nvSpPr>
        <dsp:cNvPr id="0" name=""/>
        <dsp:cNvSpPr/>
      </dsp:nvSpPr>
      <dsp:spPr>
        <a:xfrm>
          <a:off x="6879748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95965C-FE44-4232-BE95-0F598C9E499A}">
      <dsp:nvSpPr>
        <dsp:cNvPr id="0" name=""/>
        <dsp:cNvSpPr/>
      </dsp:nvSpPr>
      <dsp:spPr>
        <a:xfrm>
          <a:off x="7559977" y="2205095"/>
          <a:ext cx="1085981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kern="1200" dirty="0">
              <a:latin typeface="Arial" panose="020B0604020202020204" pitchFamily="34" charset="0"/>
              <a:cs typeface="Arial" panose="020B0604020202020204" pitchFamily="34" charset="0"/>
            </a:rPr>
            <a:t>Tahap 3. Presentasi dan Wawancara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559977" y="2205095"/>
        <a:ext cx="1085981" cy="1470063"/>
      </dsp:txXfrm>
    </dsp:sp>
    <dsp:sp modelId="{D36AA2B9-65F2-4BD4-8B91-7A1232933294}">
      <dsp:nvSpPr>
        <dsp:cNvPr id="0" name=""/>
        <dsp:cNvSpPr/>
      </dsp:nvSpPr>
      <dsp:spPr>
        <a:xfrm>
          <a:off x="7919210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693082-E2E0-4FB8-8706-2B49A978B5EA}">
      <dsp:nvSpPr>
        <dsp:cNvPr id="0" name=""/>
        <dsp:cNvSpPr/>
      </dsp:nvSpPr>
      <dsp:spPr>
        <a:xfrm>
          <a:off x="8691093" y="0"/>
          <a:ext cx="1488945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Penganugerahan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Tahun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2025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8691093" y="0"/>
        <a:ext cx="1488945" cy="1470063"/>
      </dsp:txXfrm>
    </dsp:sp>
    <dsp:sp modelId="{034F37AF-4F05-48E0-AF40-AFFD1C473DD3}">
      <dsp:nvSpPr>
        <dsp:cNvPr id="0" name=""/>
        <dsp:cNvSpPr/>
      </dsp:nvSpPr>
      <dsp:spPr>
        <a:xfrm>
          <a:off x="9251807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42DC6E-3729-47FC-BA72-23BCEAC80376}">
      <dsp:nvSpPr>
        <dsp:cNvPr id="0" name=""/>
        <dsp:cNvSpPr/>
      </dsp:nvSpPr>
      <dsp:spPr>
        <a:xfrm>
          <a:off x="0" y="1102547"/>
          <a:ext cx="11317290" cy="1470063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C0AF6D-D468-4FBC-A780-219EE1C02AC5}">
      <dsp:nvSpPr>
        <dsp:cNvPr id="0" name=""/>
        <dsp:cNvSpPr/>
      </dsp:nvSpPr>
      <dsp:spPr>
        <a:xfrm>
          <a:off x="5522" y="0"/>
          <a:ext cx="902675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Sosialisasi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522" y="0"/>
        <a:ext cx="902675" cy="1470063"/>
      </dsp:txXfrm>
    </dsp:sp>
    <dsp:sp modelId="{2D10A39D-54A6-447B-B679-72C5F88D7AB8}">
      <dsp:nvSpPr>
        <dsp:cNvPr id="0" name=""/>
        <dsp:cNvSpPr/>
      </dsp:nvSpPr>
      <dsp:spPr>
        <a:xfrm>
          <a:off x="273102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41CF90-987B-4B2F-B0C0-0180C1FE4658}">
      <dsp:nvSpPr>
        <dsp:cNvPr id="0" name=""/>
        <dsp:cNvSpPr/>
      </dsp:nvSpPr>
      <dsp:spPr>
        <a:xfrm>
          <a:off x="953332" y="2205095"/>
          <a:ext cx="1169289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Pendaftaran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953332" y="2205095"/>
        <a:ext cx="1169289" cy="1470063"/>
      </dsp:txXfrm>
    </dsp:sp>
    <dsp:sp modelId="{4801C7F3-C012-4207-8347-23FA3835AB50}">
      <dsp:nvSpPr>
        <dsp:cNvPr id="0" name=""/>
        <dsp:cNvSpPr/>
      </dsp:nvSpPr>
      <dsp:spPr>
        <a:xfrm>
          <a:off x="1354218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2D13DC-DDD3-40C5-A19B-5FDC6EE41A7F}">
      <dsp:nvSpPr>
        <dsp:cNvPr id="0" name=""/>
        <dsp:cNvSpPr/>
      </dsp:nvSpPr>
      <dsp:spPr>
        <a:xfrm>
          <a:off x="2167755" y="0"/>
          <a:ext cx="902675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>
              <a:latin typeface="Arial" panose="020B0604020202020204" pitchFamily="34" charset="0"/>
              <a:cs typeface="Arial" panose="020B0604020202020204" pitchFamily="34" charset="0"/>
            </a:rPr>
            <a:t>Technical Meeting</a:t>
          </a:r>
          <a:endParaRPr lang="en-ID" sz="11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167755" y="0"/>
        <a:ext cx="902675" cy="1470063"/>
      </dsp:txXfrm>
    </dsp:sp>
    <dsp:sp modelId="{0E39C646-1006-4056-BC70-EEDC6F867CEF}">
      <dsp:nvSpPr>
        <dsp:cNvPr id="0" name=""/>
        <dsp:cNvSpPr/>
      </dsp:nvSpPr>
      <dsp:spPr>
        <a:xfrm>
          <a:off x="2435335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085ACD-5786-41B3-919D-C38FB65CCC95}">
      <dsp:nvSpPr>
        <dsp:cNvPr id="0" name=""/>
        <dsp:cNvSpPr/>
      </dsp:nvSpPr>
      <dsp:spPr>
        <a:xfrm>
          <a:off x="3115564" y="2205095"/>
          <a:ext cx="1161842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1.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Pengumpulan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Program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Inovasi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115564" y="2205095"/>
        <a:ext cx="1161842" cy="1470063"/>
      </dsp:txXfrm>
    </dsp:sp>
    <dsp:sp modelId="{FA45DAE2-1C44-48E8-8249-82D947D3562C}">
      <dsp:nvSpPr>
        <dsp:cNvPr id="0" name=""/>
        <dsp:cNvSpPr/>
      </dsp:nvSpPr>
      <dsp:spPr>
        <a:xfrm>
          <a:off x="3512728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4F3981-A8F0-4471-9E13-D88140C2A393}">
      <dsp:nvSpPr>
        <dsp:cNvPr id="0" name=""/>
        <dsp:cNvSpPr/>
      </dsp:nvSpPr>
      <dsp:spPr>
        <a:xfrm>
          <a:off x="4322541" y="0"/>
          <a:ext cx="1112719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1.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Aksi Program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Inovasi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322541" y="0"/>
        <a:ext cx="1112719" cy="1470063"/>
      </dsp:txXfrm>
    </dsp:sp>
    <dsp:sp modelId="{DD276DF6-6B05-4A71-895F-4A9DDF52B5A3}">
      <dsp:nvSpPr>
        <dsp:cNvPr id="0" name=""/>
        <dsp:cNvSpPr/>
      </dsp:nvSpPr>
      <dsp:spPr>
        <a:xfrm>
          <a:off x="4695142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88DE4E-5785-4B13-8652-F3F92024BB30}">
      <dsp:nvSpPr>
        <dsp:cNvPr id="0" name=""/>
        <dsp:cNvSpPr/>
      </dsp:nvSpPr>
      <dsp:spPr>
        <a:xfrm>
          <a:off x="5480393" y="2205095"/>
          <a:ext cx="1086640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1.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Pelaporan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Aksi Program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Inovasi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480393" y="2205095"/>
        <a:ext cx="1086640" cy="1470063"/>
      </dsp:txXfrm>
    </dsp:sp>
    <dsp:sp modelId="{A12DEC78-0187-4D62-8526-1E0FDEBCCCF0}">
      <dsp:nvSpPr>
        <dsp:cNvPr id="0" name=""/>
        <dsp:cNvSpPr/>
      </dsp:nvSpPr>
      <dsp:spPr>
        <a:xfrm>
          <a:off x="5839956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934A1D-B31C-4700-B49D-F760AF250422}">
      <dsp:nvSpPr>
        <dsp:cNvPr id="0" name=""/>
        <dsp:cNvSpPr/>
      </dsp:nvSpPr>
      <dsp:spPr>
        <a:xfrm>
          <a:off x="6612168" y="0"/>
          <a:ext cx="902675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Tahap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2.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Visitasi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/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Verifikasi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Lapangan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612168" y="0"/>
        <a:ext cx="902675" cy="1470063"/>
      </dsp:txXfrm>
    </dsp:sp>
    <dsp:sp modelId="{06C9C31A-D806-48B9-B9DF-9D9DDEF5AC8B}">
      <dsp:nvSpPr>
        <dsp:cNvPr id="0" name=""/>
        <dsp:cNvSpPr/>
      </dsp:nvSpPr>
      <dsp:spPr>
        <a:xfrm>
          <a:off x="6879748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95965C-FE44-4232-BE95-0F598C9E499A}">
      <dsp:nvSpPr>
        <dsp:cNvPr id="0" name=""/>
        <dsp:cNvSpPr/>
      </dsp:nvSpPr>
      <dsp:spPr>
        <a:xfrm>
          <a:off x="7559977" y="2205095"/>
          <a:ext cx="1085981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kern="1200" dirty="0">
              <a:latin typeface="Arial" panose="020B0604020202020204" pitchFamily="34" charset="0"/>
              <a:cs typeface="Arial" panose="020B0604020202020204" pitchFamily="34" charset="0"/>
            </a:rPr>
            <a:t>Tahap 3. Presentasi dan Wawancara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559977" y="2205095"/>
        <a:ext cx="1085981" cy="1470063"/>
      </dsp:txXfrm>
    </dsp:sp>
    <dsp:sp modelId="{D36AA2B9-65F2-4BD4-8B91-7A1232933294}">
      <dsp:nvSpPr>
        <dsp:cNvPr id="0" name=""/>
        <dsp:cNvSpPr/>
      </dsp:nvSpPr>
      <dsp:spPr>
        <a:xfrm>
          <a:off x="7919210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693082-E2E0-4FB8-8706-2B49A978B5EA}">
      <dsp:nvSpPr>
        <dsp:cNvPr id="0" name=""/>
        <dsp:cNvSpPr/>
      </dsp:nvSpPr>
      <dsp:spPr>
        <a:xfrm>
          <a:off x="8691093" y="0"/>
          <a:ext cx="1488945" cy="14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Penganugerahan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Gapura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Pancawaluya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100" b="1" kern="1200" dirty="0" err="1">
              <a:latin typeface="Arial" panose="020B0604020202020204" pitchFamily="34" charset="0"/>
              <a:cs typeface="Arial" panose="020B0604020202020204" pitchFamily="34" charset="0"/>
            </a:rPr>
            <a:t>Tahun</a:t>
          </a:r>
          <a:r>
            <a:rPr lang="en-ID" sz="1100" b="1" kern="1200" dirty="0">
              <a:latin typeface="Arial" panose="020B0604020202020204" pitchFamily="34" charset="0"/>
              <a:cs typeface="Arial" panose="020B0604020202020204" pitchFamily="34" charset="0"/>
            </a:rPr>
            <a:t> 2025</a:t>
          </a:r>
          <a:endParaRPr lang="en-ID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8691093" y="0"/>
        <a:ext cx="1488945" cy="1470063"/>
      </dsp:txXfrm>
    </dsp:sp>
    <dsp:sp modelId="{034F37AF-4F05-48E0-AF40-AFFD1C473DD3}">
      <dsp:nvSpPr>
        <dsp:cNvPr id="0" name=""/>
        <dsp:cNvSpPr/>
      </dsp:nvSpPr>
      <dsp:spPr>
        <a:xfrm>
          <a:off x="9251807" y="1653821"/>
          <a:ext cx="367515" cy="3675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75890C-4F76-4D77-8EDC-2A0B6BC57D73}" type="datetimeFigureOut">
              <a:rPr lang="en-ID" smtClean="0"/>
              <a:t>17/08/2025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9E66A4-DE51-41D2-8E32-AC832E94FAD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99630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9E66A4-DE51-41D2-8E32-AC832E94FADD}" type="slidenum">
              <a:rPr lang="en-ID" smtClean="0"/>
              <a:t>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948416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9E66A4-DE51-41D2-8E32-AC832E94FADD}" type="slidenum">
              <a:rPr lang="en-ID" smtClean="0"/>
              <a:t>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26364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C768D-D480-41BF-9DB3-4DA7BBD4A092}" type="datetimeFigureOut">
              <a:rPr lang="en-ID" smtClean="0"/>
              <a:t>17/08/2025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B461C-6BAA-415D-8D0E-67E5DFA82C7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98118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C768D-D480-41BF-9DB3-4DA7BBD4A092}" type="datetimeFigureOut">
              <a:rPr lang="en-ID" smtClean="0"/>
              <a:t>17/08/2025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E66B461C-6BAA-415D-8D0E-67E5DFA82C7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1935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C768D-D480-41BF-9DB3-4DA7BBD4A092}" type="datetimeFigureOut">
              <a:rPr lang="en-ID" smtClean="0"/>
              <a:t>17/08/2025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B461C-6BAA-415D-8D0E-67E5DFA82C7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95377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C768D-D480-41BF-9DB3-4DA7BBD4A092}" type="datetimeFigureOut">
              <a:rPr lang="en-ID" smtClean="0"/>
              <a:t>17/08/2025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B461C-6BAA-415D-8D0E-67E5DFA82C7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61634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C768D-D480-41BF-9DB3-4DA7BBD4A092}" type="datetimeFigureOut">
              <a:rPr lang="en-ID" smtClean="0"/>
              <a:t>17/08/2025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B461C-6BAA-415D-8D0E-67E5DFA82C7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65777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C768D-D480-41BF-9DB3-4DA7BBD4A092}" type="datetimeFigureOut">
              <a:rPr lang="en-ID" smtClean="0"/>
              <a:t>17/08/2025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B461C-6BAA-415D-8D0E-67E5DFA82C7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25569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C768D-D480-41BF-9DB3-4DA7BBD4A092}" type="datetimeFigureOut">
              <a:rPr lang="en-ID" smtClean="0"/>
              <a:t>17/08/2025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B461C-6BAA-415D-8D0E-67E5DFA82C7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33533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C768D-D480-41BF-9DB3-4DA7BBD4A092}" type="datetimeFigureOut">
              <a:rPr lang="en-ID" smtClean="0"/>
              <a:t>17/08/2025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B461C-6BAA-415D-8D0E-67E5DFA82C7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42522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C768D-D480-41BF-9DB3-4DA7BBD4A092}" type="datetimeFigureOut">
              <a:rPr lang="en-ID" smtClean="0"/>
              <a:t>17/08/2025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B461C-6BAA-415D-8D0E-67E5DFA82C7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61055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C768D-D480-41BF-9DB3-4DA7BBD4A092}" type="datetimeFigureOut">
              <a:rPr lang="en-ID" smtClean="0"/>
              <a:t>17/08/2025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B461C-6BAA-415D-8D0E-67E5DFA82C7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63249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C768D-D480-41BF-9DB3-4DA7BBD4A092}" type="datetimeFigureOut">
              <a:rPr lang="en-ID" smtClean="0"/>
              <a:t>17/08/2025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B461C-6BAA-415D-8D0E-67E5DFA82C7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405515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C768D-D480-41BF-9DB3-4DA7BBD4A092}" type="datetimeFigureOut">
              <a:rPr lang="en-ID" smtClean="0"/>
              <a:t>17/08/2025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B461C-6BAA-415D-8D0E-67E5DFA82C7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13380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C768D-D480-41BF-9DB3-4DA7BBD4A092}" type="datetimeFigureOut">
              <a:rPr lang="en-ID" smtClean="0"/>
              <a:t>17/08/2025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B461C-6BAA-415D-8D0E-67E5DFA82C7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915745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C768D-D480-41BF-9DB3-4DA7BBD4A092}" type="datetimeFigureOut">
              <a:rPr lang="en-ID" smtClean="0"/>
              <a:t>17/08/2025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B461C-6BAA-415D-8D0E-67E5DFA82C7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38812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C768D-D480-41BF-9DB3-4DA7BBD4A092}" type="datetimeFigureOut">
              <a:rPr lang="en-ID" smtClean="0"/>
              <a:t>17/08/2025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B461C-6BAA-415D-8D0E-67E5DFA82C7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751829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C768D-D480-41BF-9DB3-4DA7BBD4A092}" type="datetimeFigureOut">
              <a:rPr lang="en-ID" smtClean="0"/>
              <a:t>17/08/2025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B461C-6BAA-415D-8D0E-67E5DFA82C7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139289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C768D-D480-41BF-9DB3-4DA7BBD4A092}" type="datetimeFigureOut">
              <a:rPr lang="en-ID" smtClean="0"/>
              <a:t>17/08/2025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B461C-6BAA-415D-8D0E-67E5DFA82C7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34667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E5C768D-D480-41BF-9DB3-4DA7BBD4A092}" type="datetimeFigureOut">
              <a:rPr lang="en-ID" smtClean="0"/>
              <a:t>17/08/2025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66B461C-6BAA-415D-8D0E-67E5DFA82C7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99693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slide" Target="slide2.xml"/><Relationship Id="rId7" Type="http://schemas.openxmlformats.org/officeDocument/2006/relationships/diagramQuickStyle" Target="../diagrams/quickStyle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image" Target="../media/image2.png"/><Relationship Id="rId9" Type="http://schemas.microsoft.com/office/2007/relationships/diagramDrawing" Target="../diagrams/drawing3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Relationship Id="rId9" Type="http://schemas.openxmlformats.org/officeDocument/2006/relationships/hyperlink" Target="http://sipalawa.jabarprov.go.id/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8.xml"/><Relationship Id="rId5" Type="http://schemas.openxmlformats.org/officeDocument/2006/relationships/diagramLayout" Target="../diagrams/layout8.xml"/><Relationship Id="rId4" Type="http://schemas.openxmlformats.org/officeDocument/2006/relationships/diagramData" Target="../diagrams/data8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9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9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9.xml"/><Relationship Id="rId5" Type="http://schemas.openxmlformats.org/officeDocument/2006/relationships/diagramLayout" Target="../diagrams/layout9.xml"/><Relationship Id="rId4" Type="http://schemas.openxmlformats.org/officeDocument/2006/relationships/diagramData" Target="../diagrams/data9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0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0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0.xml"/><Relationship Id="rId5" Type="http://schemas.openxmlformats.org/officeDocument/2006/relationships/diagramLayout" Target="../diagrams/layout10.xml"/><Relationship Id="rId4" Type="http://schemas.openxmlformats.org/officeDocument/2006/relationships/diagramData" Target="../diagrams/data10.xml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1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1.xml"/><Relationship Id="rId5" Type="http://schemas.openxmlformats.org/officeDocument/2006/relationships/diagramLayout" Target="../diagrams/layout11.xml"/><Relationship Id="rId4" Type="http://schemas.openxmlformats.org/officeDocument/2006/relationships/diagramData" Target="../diagrams/data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BFEB5-40A5-C60A-BBB9-FA7CCA62AE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ID" sz="4400" b="1" dirty="0">
                <a:latin typeface="Arial" panose="020B0604020202020204" pitchFamily="34" charset="0"/>
                <a:cs typeface="Arial" panose="020B0604020202020204" pitchFamily="34" charset="0"/>
              </a:rPr>
              <a:t>PANDUAN PESERTA SELEKSI </a:t>
            </a:r>
            <a:br>
              <a:rPr lang="en-ID" sz="4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D" sz="2400" b="1" dirty="0">
                <a:latin typeface="Arial" panose="020B0604020202020204" pitchFamily="34" charset="0"/>
                <a:cs typeface="Arial" panose="020B0604020202020204" pitchFamily="34" charset="0"/>
              </a:rPr>
              <a:t>ANUGERAH GAPURA PANCAWALUYA TAHUN 2025</a:t>
            </a:r>
            <a:endParaRPr lang="en-ID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A25D30-E7FA-E20A-02B3-6766C76EE2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87186"/>
            <a:ext cx="9144000" cy="970613"/>
          </a:xfrm>
        </p:spPr>
        <p:txBody>
          <a:bodyPr/>
          <a:lstStyle/>
          <a:p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B08ECC-87A0-C26C-FAAE-80834B87EF8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26831" y="5651081"/>
            <a:ext cx="1844814" cy="9311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DCCFCE-478A-75EA-10DB-1A3E2D6A0D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1387" y="352597"/>
            <a:ext cx="1068898" cy="12476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3FC203-9A8C-2121-07ED-908F0BC95876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3408" y="434020"/>
            <a:ext cx="2214268" cy="116618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3290040-520E-07EF-E80D-F12C9FF13AAC}"/>
              </a:ext>
            </a:extLst>
          </p:cNvPr>
          <p:cNvSpPr txBox="1"/>
          <p:nvPr/>
        </p:nvSpPr>
        <p:spPr>
          <a:xfrm>
            <a:off x="5191387" y="5548718"/>
            <a:ext cx="60935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Didukung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oleh:</a:t>
            </a:r>
            <a:endParaRPr lang="en-ID" sz="1200" dirty="0"/>
          </a:p>
        </p:txBody>
      </p:sp>
    </p:spTree>
    <p:extLst>
      <p:ext uri="{BB962C8B-B14F-4D97-AF65-F5344CB8AC3E}">
        <p14:creationId xmlns:p14="http://schemas.microsoft.com/office/powerpoint/2010/main" val="1118938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9DFDE-723B-DB32-D5B6-3743194A2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92243"/>
            <a:ext cx="10018713" cy="791980"/>
          </a:xfrm>
        </p:spPr>
        <p:txBody>
          <a:bodyPr>
            <a:normAutofit/>
          </a:bodyPr>
          <a:lstStyle/>
          <a:p>
            <a:r>
              <a:rPr lang="en-ID" sz="3200" dirty="0" err="1">
                <a:latin typeface="Arial" panose="020B0604020202020204" pitchFamily="34" charset="0"/>
                <a:cs typeface="Arial" panose="020B0604020202020204" pitchFamily="34" charset="0"/>
              </a:rPr>
              <a:t>Anugerah</a:t>
            </a:r>
            <a:r>
              <a:rPr lang="en-ID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3200" dirty="0" err="1">
                <a:latin typeface="Arial" panose="020B0604020202020204" pitchFamily="34" charset="0"/>
                <a:cs typeface="Arial" panose="020B0604020202020204" pitchFamily="34" charset="0"/>
              </a:rPr>
              <a:t>Gapura</a:t>
            </a:r>
            <a:r>
              <a:rPr lang="en-ID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3200" dirty="0" err="1">
                <a:latin typeface="Arial" panose="020B0604020202020204" pitchFamily="34" charset="0"/>
                <a:cs typeface="Arial" panose="020B0604020202020204" pitchFamily="34" charset="0"/>
              </a:rPr>
              <a:t>Pancawaluya</a:t>
            </a:r>
            <a:r>
              <a:rPr lang="en-ID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3200" dirty="0" err="1">
                <a:latin typeface="Arial" panose="020B0604020202020204" pitchFamily="34" charset="0"/>
                <a:cs typeface="Arial" panose="020B0604020202020204" pitchFamily="34" charset="0"/>
              </a:rPr>
              <a:t>Tahun</a:t>
            </a:r>
            <a:r>
              <a:rPr lang="en-ID" sz="3200" dirty="0">
                <a:latin typeface="Arial" panose="020B0604020202020204" pitchFamily="34" charset="0"/>
                <a:cs typeface="Arial" panose="020B0604020202020204" pitchFamily="34" charset="0"/>
              </a:rPr>
              <a:t> 2025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92C1C60-448B-0454-8996-F2CBA2D7D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9818" y="392243"/>
            <a:ext cx="5951095" cy="34275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Ajang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pemberian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penghargaan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kepada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satuan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pendidikan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mengimplementasikan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b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Pendidikan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Karakter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Pancawaluya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sebagai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upaya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nyata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implementasi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kebijakan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9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langkah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pembangunan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pendidikan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di  </a:t>
            </a:r>
            <a:b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Provinsi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Jawa Barat. </a:t>
            </a: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9FCFB180-035B-E3AB-07F3-4D052A4855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3309599"/>
              </p:ext>
            </p:extLst>
          </p:nvPr>
        </p:nvGraphicFramePr>
        <p:xfrm>
          <a:off x="5971652" y="1202092"/>
          <a:ext cx="6300866" cy="51012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75801398-E2A5-2E34-E7B8-788EB351AF08}"/>
              </a:ext>
            </a:extLst>
          </p:cNvPr>
          <p:cNvSpPr txBox="1">
            <a:spLocks/>
          </p:cNvSpPr>
          <p:nvPr/>
        </p:nvSpPr>
        <p:spPr>
          <a:xfrm>
            <a:off x="1112198" y="3117884"/>
            <a:ext cx="5726242" cy="11198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D" sz="1700" b="1" dirty="0">
                <a:latin typeface="Arial" panose="020B0604020202020204" pitchFamily="34" charset="0"/>
                <a:cs typeface="Arial" panose="020B0604020202020204" pitchFamily="34" charset="0"/>
              </a:rPr>
              <a:t>DASAR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SE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Gubernur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Jawa Barat No. 114/HM.06/DISDIK: </a:t>
            </a:r>
            <a:r>
              <a:rPr lang="en-ID" sz="1700" b="1" dirty="0" err="1">
                <a:latin typeface="Arial" panose="020B0604020202020204" pitchFamily="34" charset="0"/>
                <a:cs typeface="Arial" panose="020B0604020202020204" pitchFamily="34" charset="0"/>
              </a:rPr>
              <a:t>Penyelenggaraan</a:t>
            </a:r>
            <a:r>
              <a:rPr lang="en-ID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b="1" dirty="0" err="1">
                <a:latin typeface="Arial" panose="020B0604020202020204" pitchFamily="34" charset="0"/>
                <a:cs typeface="Arial" panose="020B0604020202020204" pitchFamily="34" charset="0"/>
              </a:rPr>
              <a:t>Anugerah</a:t>
            </a:r>
            <a:r>
              <a:rPr lang="en-ID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b="1" dirty="0" err="1">
                <a:latin typeface="Arial" panose="020B0604020202020204" pitchFamily="34" charset="0"/>
                <a:cs typeface="Arial" panose="020B0604020202020204" pitchFamily="34" charset="0"/>
              </a:rPr>
              <a:t>Gapura</a:t>
            </a:r>
            <a:r>
              <a:rPr lang="en-ID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b="1" dirty="0" err="1">
                <a:latin typeface="Arial" panose="020B0604020202020204" pitchFamily="34" charset="0"/>
                <a:cs typeface="Arial" panose="020B0604020202020204" pitchFamily="34" charset="0"/>
              </a:rPr>
              <a:t>Pancawaluya</a:t>
            </a:r>
            <a:endParaRPr lang="en-ID" sz="1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80A5A0A9-6E96-CED6-0E13-EFDF9CD98A56}"/>
              </a:ext>
            </a:extLst>
          </p:cNvPr>
          <p:cNvSpPr txBox="1">
            <a:spLocks/>
          </p:cNvSpPr>
          <p:nvPr/>
        </p:nvSpPr>
        <p:spPr>
          <a:xfrm>
            <a:off x="1364389" y="4991075"/>
            <a:ext cx="5726242" cy="11198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D" sz="1700" b="1" dirty="0">
                <a:latin typeface="Arial" panose="020B0604020202020204" pitchFamily="34" charset="0"/>
                <a:cs typeface="Arial" panose="020B0604020202020204" pitchFamily="34" charset="0"/>
              </a:rPr>
              <a:t>SASARAN:</a:t>
            </a:r>
          </a:p>
          <a:p>
            <a:pPr marL="0" indent="0">
              <a:buNone/>
            </a:pP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	SD/MI</a:t>
            </a:r>
          </a:p>
          <a:p>
            <a:pPr marL="0" indent="0">
              <a:buNone/>
            </a:pP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		SMP/MTs</a:t>
            </a:r>
          </a:p>
          <a:p>
            <a:pPr marL="0" indent="0">
              <a:buNone/>
            </a:pP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			SMA/MA</a:t>
            </a:r>
          </a:p>
          <a:p>
            <a:pPr marL="0" indent="0">
              <a:buNone/>
            </a:pP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				SMK/MAK</a:t>
            </a:r>
          </a:p>
          <a:p>
            <a:pPr marL="0" indent="0">
              <a:buNone/>
            </a:pP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					SLB</a:t>
            </a:r>
          </a:p>
        </p:txBody>
      </p:sp>
    </p:spTree>
    <p:extLst>
      <p:ext uri="{BB962C8B-B14F-4D97-AF65-F5344CB8AC3E}">
        <p14:creationId xmlns:p14="http://schemas.microsoft.com/office/powerpoint/2010/main" val="699614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87B935D-9C15-D435-7BEB-A71E42044F18}"/>
              </a:ext>
            </a:extLst>
          </p:cNvPr>
          <p:cNvSpPr/>
          <p:nvPr/>
        </p:nvSpPr>
        <p:spPr>
          <a:xfrm>
            <a:off x="1316283" y="3385935"/>
            <a:ext cx="3465580" cy="739442"/>
          </a:xfrm>
          <a:prstGeom prst="roundRect">
            <a:avLst/>
          </a:prstGeom>
          <a:solidFill>
            <a:srgbClr val="C8D34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b="1">
              <a:solidFill>
                <a:schemeClr val="bg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85C2479-0B53-55F5-4F21-A74D425AAA0F}"/>
              </a:ext>
            </a:extLst>
          </p:cNvPr>
          <p:cNvSpPr/>
          <p:nvPr/>
        </p:nvSpPr>
        <p:spPr>
          <a:xfrm>
            <a:off x="1354217" y="4223279"/>
            <a:ext cx="3907331" cy="739442"/>
          </a:xfrm>
          <a:prstGeom prst="roundRect">
            <a:avLst/>
          </a:prstGeom>
          <a:solidFill>
            <a:srgbClr val="DBC04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b="1">
              <a:solidFill>
                <a:schemeClr val="bg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82D479B-8CEB-DDF1-D665-CB1A21745464}"/>
              </a:ext>
            </a:extLst>
          </p:cNvPr>
          <p:cNvSpPr/>
          <p:nvPr/>
        </p:nvSpPr>
        <p:spPr>
          <a:xfrm>
            <a:off x="1354217" y="5075613"/>
            <a:ext cx="4551908" cy="739442"/>
          </a:xfrm>
          <a:prstGeom prst="roundRect">
            <a:avLst/>
          </a:prstGeom>
          <a:solidFill>
            <a:srgbClr val="E29D3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b="1">
              <a:solidFill>
                <a:schemeClr val="bg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5563B06-140A-F57E-B773-FD69336C6107}"/>
              </a:ext>
            </a:extLst>
          </p:cNvPr>
          <p:cNvSpPr/>
          <p:nvPr/>
        </p:nvSpPr>
        <p:spPr>
          <a:xfrm>
            <a:off x="1282559" y="2539249"/>
            <a:ext cx="2774811" cy="739442"/>
          </a:xfrm>
          <a:prstGeom prst="roundRect">
            <a:avLst/>
          </a:prstGeom>
          <a:solidFill>
            <a:srgbClr val="A1CB4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b="1">
              <a:solidFill>
                <a:schemeClr val="bg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EE876C2-D5DD-6246-F914-AFE38B3DD75A}"/>
              </a:ext>
            </a:extLst>
          </p:cNvPr>
          <p:cNvSpPr/>
          <p:nvPr/>
        </p:nvSpPr>
        <p:spPr>
          <a:xfrm>
            <a:off x="1282559" y="1692563"/>
            <a:ext cx="2360051" cy="739442"/>
          </a:xfrm>
          <a:prstGeom prst="roundRect">
            <a:avLst/>
          </a:prstGeom>
          <a:solidFill>
            <a:srgbClr val="80C3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b="1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795C60-FA2A-26E9-9C47-5D0B79D5E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9301" y="468479"/>
            <a:ext cx="10018713" cy="739442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Mekanisme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Anugerah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Gapura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Pancawaluya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2025</a:t>
            </a:r>
            <a:endParaRPr lang="en-ID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hlinkClick r:id="rId2" action="ppaction://hlinksldjump"/>
            <a:extLst>
              <a:ext uri="{FF2B5EF4-FFF2-40B4-BE49-F238E27FC236}">
                <a16:creationId xmlns:a16="http://schemas.microsoft.com/office/drawing/2014/main" id="{2315112F-7B0A-FDB2-B3C1-7BBE886859F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657553" y="6019800"/>
            <a:ext cx="1465063" cy="739442"/>
          </a:xfrm>
          <a:prstGeom prst="rect">
            <a:avLst/>
          </a:prstGeom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A14EC1A0-6421-8D3A-AFFD-992FAEC03C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2168456"/>
              </p:ext>
            </p:extLst>
          </p:nvPr>
        </p:nvGraphicFramePr>
        <p:xfrm>
          <a:off x="3190976" y="1690072"/>
          <a:ext cx="8951060" cy="41348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E87EBC98-3AD5-C522-B689-A4732FF32298}"/>
              </a:ext>
            </a:extLst>
          </p:cNvPr>
          <p:cNvSpPr/>
          <p:nvPr/>
        </p:nvSpPr>
        <p:spPr>
          <a:xfrm>
            <a:off x="1401970" y="1864605"/>
            <a:ext cx="168507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Agustus 2025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B6C44A-9C1B-83A8-3A23-6EF46D10EBE3}"/>
              </a:ext>
            </a:extLst>
          </p:cNvPr>
          <p:cNvSpPr/>
          <p:nvPr/>
        </p:nvSpPr>
        <p:spPr>
          <a:xfrm>
            <a:off x="1348607" y="2494310"/>
            <a:ext cx="2339102" cy="86177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M1 September 2025</a:t>
            </a:r>
          </a:p>
          <a:p>
            <a:r>
              <a:rPr lang="en-US" sz="1400" dirty="0" err="1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s.d</a:t>
            </a:r>
            <a:br>
              <a:rPr lang="en-US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M3 Oktober 2025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873BDB-76C9-CA7B-D938-BC240BC9C892}"/>
              </a:ext>
            </a:extLst>
          </p:cNvPr>
          <p:cNvSpPr/>
          <p:nvPr/>
        </p:nvSpPr>
        <p:spPr>
          <a:xfrm>
            <a:off x="1357509" y="3571001"/>
            <a:ext cx="2031325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M5 Oktober 2025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59A169-82C2-29D0-5819-EBD720FA6961}"/>
              </a:ext>
            </a:extLst>
          </p:cNvPr>
          <p:cNvSpPr/>
          <p:nvPr/>
        </p:nvSpPr>
        <p:spPr>
          <a:xfrm>
            <a:off x="1367862" y="4375679"/>
            <a:ext cx="227498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M3 November 2025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8CD32C-24DF-7BEF-A9EC-DEC344EC8A2E}"/>
              </a:ext>
            </a:extLst>
          </p:cNvPr>
          <p:cNvSpPr/>
          <p:nvPr/>
        </p:nvSpPr>
        <p:spPr>
          <a:xfrm>
            <a:off x="1393406" y="5252755"/>
            <a:ext cx="187743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b="1" dirty="0" err="1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Desember</a:t>
            </a:r>
            <a:r>
              <a:rPr lang="en-US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2583921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4D10F-E200-74ED-8499-54929B148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CD681F1-8E21-91C2-9977-090FD8D060BC}"/>
              </a:ext>
            </a:extLst>
          </p:cNvPr>
          <p:cNvSpPr/>
          <p:nvPr/>
        </p:nvSpPr>
        <p:spPr>
          <a:xfrm>
            <a:off x="494680" y="254839"/>
            <a:ext cx="1154242" cy="264951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5" name="Picture 4">
            <a:hlinkClick r:id="rId3" action="ppaction://hlinksldjump"/>
            <a:extLst>
              <a:ext uri="{FF2B5EF4-FFF2-40B4-BE49-F238E27FC236}">
                <a16:creationId xmlns:a16="http://schemas.microsoft.com/office/drawing/2014/main" id="{A72ED6B6-688D-0C08-65B4-B469E67E7F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657553" y="6019800"/>
            <a:ext cx="1465063" cy="739442"/>
          </a:xfrm>
          <a:prstGeom prst="rect">
            <a:avLst/>
          </a:prstGeom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9D9980C5-382F-827E-5323-F0ED943A7D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6363777"/>
              </p:ext>
            </p:extLst>
          </p:nvPr>
        </p:nvGraphicFramePr>
        <p:xfrm>
          <a:off x="619881" y="-357296"/>
          <a:ext cx="11317290" cy="36751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A43E4B0-8084-65B2-A6BB-B80992939C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4221" y="2370840"/>
            <a:ext cx="11152686" cy="3923669"/>
          </a:xfrm>
        </p:spPr>
        <p:txBody>
          <a:bodyPr>
            <a:normAutofit/>
          </a:bodyPr>
          <a:lstStyle/>
          <a:p>
            <a:r>
              <a:rPr lang="en-ID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Kebijakan</a:t>
            </a:r>
            <a:r>
              <a:rPr lang="en-ID" sz="2000" b="1" dirty="0">
                <a:latin typeface="Arial" panose="020B0604020202020204" pitchFamily="34" charset="0"/>
                <a:cs typeface="Arial" panose="020B0604020202020204" pitchFamily="34" charset="0"/>
              </a:rPr>
              <a:t> Pendidikan </a:t>
            </a:r>
            <a:r>
              <a:rPr lang="en-ID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Karakter</a:t>
            </a:r>
            <a:r>
              <a:rPr lang="en-ID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Gapura</a:t>
            </a:r>
            <a:r>
              <a:rPr lang="en-ID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Pancawaluya</a:t>
            </a:r>
            <a:endParaRPr lang="en-ID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SE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Gubernur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Jawa Barat No. 114/HM.06/DISDIK 9 Langkah Pembangunan Pendidikan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Karakter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di Jawa Barat </a:t>
            </a:r>
            <a:endParaRPr lang="en-ID" dirty="0"/>
          </a:p>
          <a:p>
            <a:pPr lvl="2"/>
            <a:endParaRPr lang="en-ID" dirty="0"/>
          </a:p>
          <a:p>
            <a:pPr lvl="2"/>
            <a:endParaRPr lang="en-ID" dirty="0"/>
          </a:p>
          <a:p>
            <a:pPr lvl="2"/>
            <a:endParaRPr lang="en-ID" dirty="0"/>
          </a:p>
          <a:p>
            <a:pPr lvl="1"/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Semangat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Pancawaluya</a:t>
            </a:r>
            <a:endParaRPr lang="en-ID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ID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D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Anugerah</a:t>
            </a:r>
            <a:r>
              <a:rPr lang="en-ID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Gapura</a:t>
            </a:r>
            <a:r>
              <a:rPr lang="en-ID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Pancawaluya</a:t>
            </a:r>
            <a:r>
              <a:rPr lang="en-ID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Tahun</a:t>
            </a:r>
            <a:r>
              <a:rPr lang="en-ID" sz="2000" b="1" dirty="0">
                <a:latin typeface="Arial" panose="020B0604020202020204" pitchFamily="34" charset="0"/>
                <a:cs typeface="Arial" panose="020B0604020202020204" pitchFamily="34" charset="0"/>
              </a:rPr>
              <a:t> 2025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235DAC-5A22-2695-9BAD-3BDA980BBB63}"/>
              </a:ext>
            </a:extLst>
          </p:cNvPr>
          <p:cNvSpPr/>
          <p:nvPr/>
        </p:nvSpPr>
        <p:spPr>
          <a:xfrm>
            <a:off x="2158658" y="3617728"/>
            <a:ext cx="1918741" cy="270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Kebersihan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lingkungan</a:t>
            </a:r>
            <a:endParaRPr lang="en-ID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9F1534-9238-0ABA-AC3C-A82D990F4CCA}"/>
              </a:ext>
            </a:extLst>
          </p:cNvPr>
          <p:cNvSpPr/>
          <p:nvPr/>
        </p:nvSpPr>
        <p:spPr>
          <a:xfrm>
            <a:off x="5226522" y="3617728"/>
            <a:ext cx="2880000" cy="270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Peningkatan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mutu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kompetensi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guru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BE4AA2-8798-479D-517F-559655E50CF4}"/>
              </a:ext>
            </a:extLst>
          </p:cNvPr>
          <p:cNvSpPr/>
          <p:nvPr/>
        </p:nvSpPr>
        <p:spPr>
          <a:xfrm>
            <a:off x="8519697" y="3617728"/>
            <a:ext cx="2520000" cy="270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Pendidikan </a:t>
            </a:r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Ekologi</a:t>
            </a:r>
            <a:endParaRPr lang="en-ID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96EAB3-D6DD-3CA2-C035-FD3AD7B8B1BF}"/>
              </a:ext>
            </a:extLst>
          </p:cNvPr>
          <p:cNvSpPr/>
          <p:nvPr/>
        </p:nvSpPr>
        <p:spPr>
          <a:xfrm>
            <a:off x="2158658" y="3942474"/>
            <a:ext cx="2700000" cy="270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Kreativitas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Inovasi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Peserta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Didik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E91159-D035-211B-EA3B-9190BA9050C0}"/>
              </a:ext>
            </a:extLst>
          </p:cNvPr>
          <p:cNvSpPr/>
          <p:nvPr/>
        </p:nvSpPr>
        <p:spPr>
          <a:xfrm>
            <a:off x="5224025" y="3942474"/>
            <a:ext cx="4572000" cy="270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Perilaku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Hidup </a:t>
            </a:r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Bersih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Sehat </a:t>
            </a:r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membawa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bekal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rumah</a:t>
            </a:r>
            <a:endParaRPr lang="en-ID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C5A231-3D4B-8B6F-F844-3EF32FA00A74}"/>
              </a:ext>
            </a:extLst>
          </p:cNvPr>
          <p:cNvSpPr/>
          <p:nvPr/>
        </p:nvSpPr>
        <p:spPr>
          <a:xfrm>
            <a:off x="2158658" y="4291681"/>
            <a:ext cx="4320000" cy="270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Optimalisasi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penggunaan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kendaraan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umum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berjalan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kaki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903A1B-61F6-E772-593B-83216495F096}"/>
              </a:ext>
            </a:extLst>
          </p:cNvPr>
          <p:cNvSpPr/>
          <p:nvPr/>
        </p:nvSpPr>
        <p:spPr>
          <a:xfrm>
            <a:off x="8519698" y="4277360"/>
            <a:ext cx="2520000" cy="270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Pengembangan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ekstrakurikuler</a:t>
            </a:r>
            <a:endParaRPr lang="en-ID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AC0530A-3FCA-8CC7-239F-74B31C6C9361}"/>
              </a:ext>
            </a:extLst>
          </p:cNvPr>
          <p:cNvSpPr/>
          <p:nvPr/>
        </p:nvSpPr>
        <p:spPr>
          <a:xfrm>
            <a:off x="2160078" y="4621342"/>
            <a:ext cx="2700000" cy="270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Perilaku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peserta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didik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luar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sekolah</a:t>
            </a:r>
            <a:endParaRPr lang="en-ID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4043395-EBF5-ABA5-EDA3-B4D4FDCDAEB4}"/>
              </a:ext>
            </a:extLst>
          </p:cNvPr>
          <p:cNvSpPr/>
          <p:nvPr/>
        </p:nvSpPr>
        <p:spPr>
          <a:xfrm>
            <a:off x="5220761" y="4621342"/>
            <a:ext cx="2880000" cy="270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Peningkatan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Pendidikan </a:t>
            </a:r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keagamaan</a:t>
            </a:r>
            <a:endParaRPr lang="en-ID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3F12E61-0115-19F4-CD9D-F7DFB0FB9F99}"/>
              </a:ext>
            </a:extLst>
          </p:cNvPr>
          <p:cNvSpPr/>
          <p:nvPr/>
        </p:nvSpPr>
        <p:spPr>
          <a:xfrm>
            <a:off x="2158658" y="5193095"/>
            <a:ext cx="720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Cageur</a:t>
            </a:r>
            <a:endParaRPr lang="en-ID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FD8D24E-028C-EA04-3240-043184DD950A}"/>
              </a:ext>
            </a:extLst>
          </p:cNvPr>
          <p:cNvSpPr/>
          <p:nvPr/>
        </p:nvSpPr>
        <p:spPr>
          <a:xfrm>
            <a:off x="2998579" y="5193095"/>
            <a:ext cx="720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Bageur</a:t>
            </a:r>
            <a:endParaRPr lang="en-ID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59F81B-B784-10A4-8A78-C6A0805DC7E9}"/>
              </a:ext>
            </a:extLst>
          </p:cNvPr>
          <p:cNvSpPr/>
          <p:nvPr/>
        </p:nvSpPr>
        <p:spPr>
          <a:xfrm>
            <a:off x="3862205" y="5194323"/>
            <a:ext cx="720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Bener</a:t>
            </a:r>
            <a:endParaRPr lang="en-ID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658B745-2CEA-296F-B459-9CE8E832D393}"/>
              </a:ext>
            </a:extLst>
          </p:cNvPr>
          <p:cNvSpPr/>
          <p:nvPr/>
        </p:nvSpPr>
        <p:spPr>
          <a:xfrm>
            <a:off x="4702126" y="5194323"/>
            <a:ext cx="720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200" b="1" dirty="0">
                <a:latin typeface="Arial" panose="020B0604020202020204" pitchFamily="34" charset="0"/>
                <a:cs typeface="Arial" panose="020B0604020202020204" pitchFamily="34" charset="0"/>
              </a:rPr>
              <a:t>Pinter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FCFF670-8DF1-4430-29E9-51431889B890}"/>
              </a:ext>
            </a:extLst>
          </p:cNvPr>
          <p:cNvSpPr/>
          <p:nvPr/>
        </p:nvSpPr>
        <p:spPr>
          <a:xfrm>
            <a:off x="5542047" y="5193095"/>
            <a:ext cx="720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200" b="1" dirty="0">
                <a:latin typeface="Arial" panose="020B0604020202020204" pitchFamily="34" charset="0"/>
                <a:cs typeface="Arial" panose="020B0604020202020204" pitchFamily="34" charset="0"/>
              </a:rPr>
              <a:t>Singer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3EAC9C5-DF46-7C48-1611-726E795F677F}"/>
              </a:ext>
            </a:extLst>
          </p:cNvPr>
          <p:cNvSpPr/>
          <p:nvPr/>
        </p:nvSpPr>
        <p:spPr>
          <a:xfrm>
            <a:off x="2158657" y="5876707"/>
            <a:ext cx="3263469" cy="900000"/>
          </a:xfrm>
          <a:prstGeom prst="rect">
            <a:avLst/>
          </a:prstGeom>
          <a:solidFill>
            <a:srgbClr val="0012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SE </a:t>
            </a:r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Gubernur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Jawa Barat </a:t>
            </a:r>
            <a:b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No. 114/HM.06/DISDIK </a:t>
            </a:r>
            <a:br>
              <a:rPr lang="en-ID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Penyelenggaraan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Anugerah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Gapura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Pancawaluya</a:t>
            </a:r>
            <a:endParaRPr lang="en-ID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D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8E9B174-5636-9170-7496-07414B94CD34}"/>
              </a:ext>
            </a:extLst>
          </p:cNvPr>
          <p:cNvSpPr/>
          <p:nvPr/>
        </p:nvSpPr>
        <p:spPr>
          <a:xfrm>
            <a:off x="6478658" y="5859242"/>
            <a:ext cx="3742164" cy="900000"/>
          </a:xfrm>
          <a:prstGeom prst="rect">
            <a:avLst/>
          </a:prstGeom>
          <a:solidFill>
            <a:srgbClr val="0012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400" dirty="0" err="1">
                <a:latin typeface="Arial" panose="020B0604020202020204" pitchFamily="34" charset="0"/>
                <a:cs typeface="Arial" panose="020B0604020202020204" pitchFamily="34" charset="0"/>
              </a:rPr>
              <a:t>Penghargaan</a:t>
            </a:r>
            <a:r>
              <a:rPr lang="en-ID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400" dirty="0" err="1">
                <a:latin typeface="Arial" panose="020B0604020202020204" pitchFamily="34" charset="0"/>
                <a:cs typeface="Arial" panose="020B0604020202020204" pitchFamily="34" charset="0"/>
              </a:rPr>
              <a:t>Satuan</a:t>
            </a:r>
            <a:r>
              <a:rPr lang="en-ID" sz="1400" dirty="0">
                <a:latin typeface="Arial" panose="020B0604020202020204" pitchFamily="34" charset="0"/>
                <a:cs typeface="Arial" panose="020B0604020202020204" pitchFamily="34" charset="0"/>
              </a:rPr>
              <a:t> Pendidikan </a:t>
            </a:r>
            <a:br>
              <a:rPr lang="en-ID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D" sz="1400" dirty="0">
                <a:latin typeface="Arial" panose="020B0604020202020204" pitchFamily="34" charset="0"/>
                <a:cs typeface="Arial" panose="020B0604020202020204" pitchFamily="34" charset="0"/>
              </a:rPr>
              <a:t>di Jawa Barat yang </a:t>
            </a:r>
            <a:r>
              <a:rPr lang="en-ID" sz="1400" dirty="0" err="1">
                <a:latin typeface="Arial" panose="020B0604020202020204" pitchFamily="34" charset="0"/>
                <a:cs typeface="Arial" panose="020B0604020202020204" pitchFamily="34" charset="0"/>
              </a:rPr>
              <a:t>mengimplementasikan</a:t>
            </a:r>
            <a:r>
              <a:rPr lang="en-ID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ID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Pendidikan </a:t>
            </a: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Karakter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Pancawaluya</a:t>
            </a:r>
            <a:endParaRPr lang="en-ID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19F88A0B-5641-E929-E91D-7219340C392E}"/>
              </a:ext>
            </a:extLst>
          </p:cNvPr>
          <p:cNvSpPr/>
          <p:nvPr/>
        </p:nvSpPr>
        <p:spPr>
          <a:xfrm>
            <a:off x="5628480" y="6108762"/>
            <a:ext cx="720000" cy="43588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0" name="Pentagon 29">
            <a:extLst>
              <a:ext uri="{FF2B5EF4-FFF2-40B4-BE49-F238E27FC236}">
                <a16:creationId xmlns:a16="http://schemas.microsoft.com/office/drawing/2014/main" id="{41FC7A94-A755-F8B5-9167-4EA7CA252E40}"/>
              </a:ext>
            </a:extLst>
          </p:cNvPr>
          <p:cNvSpPr/>
          <p:nvPr/>
        </p:nvSpPr>
        <p:spPr>
          <a:xfrm>
            <a:off x="1855763" y="3543615"/>
            <a:ext cx="360000" cy="360000"/>
          </a:xfrm>
          <a:prstGeom prst="pentag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ID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Pentagon 30">
            <a:extLst>
              <a:ext uri="{FF2B5EF4-FFF2-40B4-BE49-F238E27FC236}">
                <a16:creationId xmlns:a16="http://schemas.microsoft.com/office/drawing/2014/main" id="{7DCDE161-E4AD-6FBD-E904-2571E9579BE7}"/>
              </a:ext>
            </a:extLst>
          </p:cNvPr>
          <p:cNvSpPr/>
          <p:nvPr/>
        </p:nvSpPr>
        <p:spPr>
          <a:xfrm>
            <a:off x="4934350" y="3543526"/>
            <a:ext cx="360000" cy="360000"/>
          </a:xfrm>
          <a:prstGeom prst="pentag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ID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Pentagon 31">
            <a:extLst>
              <a:ext uri="{FF2B5EF4-FFF2-40B4-BE49-F238E27FC236}">
                <a16:creationId xmlns:a16="http://schemas.microsoft.com/office/drawing/2014/main" id="{90AFDE71-B685-D52B-66AE-AC646BFDB167}"/>
              </a:ext>
            </a:extLst>
          </p:cNvPr>
          <p:cNvSpPr/>
          <p:nvPr/>
        </p:nvSpPr>
        <p:spPr>
          <a:xfrm>
            <a:off x="8213246" y="3527133"/>
            <a:ext cx="360000" cy="360000"/>
          </a:xfrm>
          <a:prstGeom prst="pentag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ID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Pentagon 32">
            <a:extLst>
              <a:ext uri="{FF2B5EF4-FFF2-40B4-BE49-F238E27FC236}">
                <a16:creationId xmlns:a16="http://schemas.microsoft.com/office/drawing/2014/main" id="{50FE73A1-545B-3DDF-BCF4-A2CC51265E7A}"/>
              </a:ext>
            </a:extLst>
          </p:cNvPr>
          <p:cNvSpPr/>
          <p:nvPr/>
        </p:nvSpPr>
        <p:spPr>
          <a:xfrm>
            <a:off x="1861211" y="3868895"/>
            <a:ext cx="360000" cy="360000"/>
          </a:xfrm>
          <a:prstGeom prst="pentag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ID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Pentagon 33">
            <a:extLst>
              <a:ext uri="{FF2B5EF4-FFF2-40B4-BE49-F238E27FC236}">
                <a16:creationId xmlns:a16="http://schemas.microsoft.com/office/drawing/2014/main" id="{749EA357-0024-1DCB-2C8C-E84072F28B6C}"/>
              </a:ext>
            </a:extLst>
          </p:cNvPr>
          <p:cNvSpPr/>
          <p:nvPr/>
        </p:nvSpPr>
        <p:spPr>
          <a:xfrm>
            <a:off x="4939798" y="3868806"/>
            <a:ext cx="360000" cy="360000"/>
          </a:xfrm>
          <a:prstGeom prst="pentag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n-ID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Pentagon 34">
            <a:extLst>
              <a:ext uri="{FF2B5EF4-FFF2-40B4-BE49-F238E27FC236}">
                <a16:creationId xmlns:a16="http://schemas.microsoft.com/office/drawing/2014/main" id="{9928F868-9222-CE5B-BCC1-4C19D3634EF5}"/>
              </a:ext>
            </a:extLst>
          </p:cNvPr>
          <p:cNvSpPr/>
          <p:nvPr/>
        </p:nvSpPr>
        <p:spPr>
          <a:xfrm>
            <a:off x="1855763" y="4222821"/>
            <a:ext cx="360000" cy="360000"/>
          </a:xfrm>
          <a:prstGeom prst="pentag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ID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Pentagon 35">
            <a:extLst>
              <a:ext uri="{FF2B5EF4-FFF2-40B4-BE49-F238E27FC236}">
                <a16:creationId xmlns:a16="http://schemas.microsoft.com/office/drawing/2014/main" id="{D3699608-EBFB-3727-CBE5-EE5D2C7BB2B9}"/>
              </a:ext>
            </a:extLst>
          </p:cNvPr>
          <p:cNvSpPr/>
          <p:nvPr/>
        </p:nvSpPr>
        <p:spPr>
          <a:xfrm>
            <a:off x="8220296" y="4207926"/>
            <a:ext cx="360000" cy="360000"/>
          </a:xfrm>
          <a:prstGeom prst="pentag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en-ID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Pentagon 36">
            <a:extLst>
              <a:ext uri="{FF2B5EF4-FFF2-40B4-BE49-F238E27FC236}">
                <a16:creationId xmlns:a16="http://schemas.microsoft.com/office/drawing/2014/main" id="{75EEAC34-A955-BB13-1E2C-8E1B06634204}"/>
              </a:ext>
            </a:extLst>
          </p:cNvPr>
          <p:cNvSpPr/>
          <p:nvPr/>
        </p:nvSpPr>
        <p:spPr>
          <a:xfrm>
            <a:off x="1880410" y="4558386"/>
            <a:ext cx="360000" cy="360000"/>
          </a:xfrm>
          <a:prstGeom prst="pentag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en-ID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Pentagon 37">
            <a:extLst>
              <a:ext uri="{FF2B5EF4-FFF2-40B4-BE49-F238E27FC236}">
                <a16:creationId xmlns:a16="http://schemas.microsoft.com/office/drawing/2014/main" id="{EB6A6C9D-34AF-22A2-FD3A-02DB3F2EC19C}"/>
              </a:ext>
            </a:extLst>
          </p:cNvPr>
          <p:cNvSpPr/>
          <p:nvPr/>
        </p:nvSpPr>
        <p:spPr>
          <a:xfrm>
            <a:off x="4958997" y="4558297"/>
            <a:ext cx="360000" cy="360000"/>
          </a:xfrm>
          <a:prstGeom prst="pentag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endParaRPr lang="en-ID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14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56F0A-963C-C4E1-B776-1FD699F4B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C703936-1AB7-7641-A5A5-656BA5A61829}"/>
              </a:ext>
            </a:extLst>
          </p:cNvPr>
          <p:cNvSpPr/>
          <p:nvPr/>
        </p:nvSpPr>
        <p:spPr>
          <a:xfrm>
            <a:off x="1603951" y="254839"/>
            <a:ext cx="1154242" cy="264951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5" name="Picture 4">
            <a:hlinkClick r:id="rId2" action="ppaction://hlinksldjump"/>
            <a:extLst>
              <a:ext uri="{FF2B5EF4-FFF2-40B4-BE49-F238E27FC236}">
                <a16:creationId xmlns:a16="http://schemas.microsoft.com/office/drawing/2014/main" id="{89E1FB8B-D438-D8E3-FA5B-5820452147D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657553" y="6019800"/>
            <a:ext cx="1465063" cy="739442"/>
          </a:xfrm>
          <a:prstGeom prst="rect">
            <a:avLst/>
          </a:prstGeom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5FEE570C-DA3D-0643-AB7F-2279DA3362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8381758"/>
              </p:ext>
            </p:extLst>
          </p:nvPr>
        </p:nvGraphicFramePr>
        <p:xfrm>
          <a:off x="619881" y="-357296"/>
          <a:ext cx="11317290" cy="36751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CD63993-6FE0-4457-AB3A-ADABD65BE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0515" y="2904351"/>
            <a:ext cx="11161486" cy="31242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1. Akses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tautan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: https://bit.ly/AnugerahGapuraPancawaluya </a:t>
            </a:r>
            <a:endParaRPr lang="en-ID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Menginputkan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Data: Nama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Sekolah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| NPSN | Nama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Kepala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Sekolah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| Kontak/HP &amp; Email </a:t>
            </a:r>
          </a:p>
          <a:p>
            <a:pPr marL="0" indent="0">
              <a:buNone/>
            </a:pP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Melakukan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verifikasi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atas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pendaftaran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pada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Sipalawa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http://sipalawa.jabarprov.go.id</a:t>
            </a:r>
            <a:endParaRPr lang="en-ID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D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273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D739C-836A-B955-3371-9367ED409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C465833-6B5C-FEF2-8A07-2F9E8D65AD29}"/>
              </a:ext>
            </a:extLst>
          </p:cNvPr>
          <p:cNvSpPr/>
          <p:nvPr/>
        </p:nvSpPr>
        <p:spPr>
          <a:xfrm>
            <a:off x="2638266" y="254839"/>
            <a:ext cx="1154242" cy="264951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5" name="Picture 4">
            <a:hlinkClick r:id="rId2" action="ppaction://hlinksldjump"/>
            <a:extLst>
              <a:ext uri="{FF2B5EF4-FFF2-40B4-BE49-F238E27FC236}">
                <a16:creationId xmlns:a16="http://schemas.microsoft.com/office/drawing/2014/main" id="{7A079805-2B3F-5465-920F-D078BF5E379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657553" y="6019800"/>
            <a:ext cx="1465063" cy="739442"/>
          </a:xfrm>
          <a:prstGeom prst="rect">
            <a:avLst/>
          </a:prstGeom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26D99B63-D333-6D5B-16D1-C174D06BC8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8064893"/>
              </p:ext>
            </p:extLst>
          </p:nvPr>
        </p:nvGraphicFramePr>
        <p:xfrm>
          <a:off x="619881" y="-357296"/>
          <a:ext cx="11317290" cy="36751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D9D227C-F18F-1BE7-24A2-B4426E3C9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3429000"/>
            <a:ext cx="10018713" cy="3124201"/>
          </a:xfrm>
        </p:spPr>
        <p:txBody>
          <a:bodyPr>
            <a:normAutofit/>
          </a:bodyPr>
          <a:lstStyle/>
          <a:p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Penyamaan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persepsi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Anugerah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Gapura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Pancawaluya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Tahun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2025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dilakukan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melalui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Workshop/Technical Meeting yang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diikuti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oleh:</a:t>
            </a:r>
          </a:p>
          <a:p>
            <a:pPr lvl="1"/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Panitia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Anugerah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Gapura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Pancawaluya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Tahun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2025</a:t>
            </a:r>
          </a:p>
          <a:p>
            <a:pPr lvl="1"/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Para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Peserta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terdaftar</a:t>
            </a:r>
            <a:endParaRPr lang="en-ID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Tim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Penilai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/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Stakeholder yang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terlibat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5608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FD9E3-4EBA-04CC-2200-D5362C4B4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1A09029-376A-A9E8-15DA-00116F48657A}"/>
              </a:ext>
            </a:extLst>
          </p:cNvPr>
          <p:cNvSpPr/>
          <p:nvPr/>
        </p:nvSpPr>
        <p:spPr>
          <a:xfrm>
            <a:off x="3732538" y="254839"/>
            <a:ext cx="1154242" cy="264951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5" name="Picture 4">
            <a:hlinkClick r:id="rId2" action="ppaction://hlinksldjump"/>
            <a:extLst>
              <a:ext uri="{FF2B5EF4-FFF2-40B4-BE49-F238E27FC236}">
                <a16:creationId xmlns:a16="http://schemas.microsoft.com/office/drawing/2014/main" id="{70A30660-A067-7012-F28E-E8AD86C6AD5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657553" y="6019800"/>
            <a:ext cx="1465063" cy="739442"/>
          </a:xfrm>
          <a:prstGeom prst="rect">
            <a:avLst/>
          </a:prstGeom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BDEE8E10-33B1-C5A8-249D-160F9EFAD8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6966897"/>
              </p:ext>
            </p:extLst>
          </p:nvPr>
        </p:nvGraphicFramePr>
        <p:xfrm>
          <a:off x="619881" y="-357296"/>
          <a:ext cx="11317290" cy="36751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C5B2BC3-5000-BC1F-6609-DD38E2327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9095" y="2929032"/>
            <a:ext cx="10845119" cy="3839028"/>
          </a:xfrm>
        </p:spPr>
        <p:txBody>
          <a:bodyPr>
            <a:normAutofit/>
          </a:bodyPr>
          <a:lstStyle/>
          <a:p>
            <a:pPr marL="457200" indent="-457200">
              <a:buClr>
                <a:schemeClr val="tx1"/>
              </a:buClr>
              <a:buSzPct val="100000"/>
              <a:buAutoNum type="arabicPeriod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Surat </a:t>
            </a:r>
            <a:r>
              <a:rPr lang="en-ID" sz="1700" b="1" dirty="0" err="1">
                <a:latin typeface="Arial" panose="020B0604020202020204" pitchFamily="34" charset="0"/>
                <a:cs typeface="Arial" panose="020B0604020202020204" pitchFamily="34" charset="0"/>
              </a:rPr>
              <a:t>Pernyataan</a:t>
            </a:r>
            <a:r>
              <a:rPr lang="en-ID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b="1" dirty="0" err="1">
                <a:latin typeface="Arial" panose="020B0604020202020204" pitchFamily="34" charset="0"/>
                <a:cs typeface="Arial" panose="020B0604020202020204" pitchFamily="34" charset="0"/>
              </a:rPr>
              <a:t>Keikutsertaan</a:t>
            </a:r>
            <a:r>
              <a:rPr lang="en-ID" sz="1700" b="1" dirty="0">
                <a:latin typeface="Arial" panose="020B0604020202020204" pitchFamily="34" charset="0"/>
                <a:cs typeface="Arial" panose="020B0604020202020204" pitchFamily="34" charset="0"/>
              </a:rPr>
              <a:t> AGPW 2025;</a:t>
            </a:r>
          </a:p>
          <a:p>
            <a:pPr marL="457200" indent="-457200">
              <a:buClr>
                <a:schemeClr val="tx1"/>
              </a:buClr>
              <a:buSzPct val="100000"/>
              <a:buAutoNum type="arabicPeriod"/>
            </a:pPr>
            <a:r>
              <a:rPr lang="sv-SE" sz="1700" b="1" dirty="0">
                <a:latin typeface="Arial" panose="020B0604020202020204" pitchFamily="34" charset="0"/>
                <a:cs typeface="Arial" panose="020B0604020202020204" pitchFamily="34" charset="0"/>
              </a:rPr>
              <a:t>Surat Rekomendasi dari Dinas Pendidikan Kab/Kota/Cabang Dinas Pendidikan Wilayah/Kemenag;</a:t>
            </a:r>
          </a:p>
          <a:p>
            <a:pPr marL="457200" indent="-457200">
              <a:buClr>
                <a:schemeClr val="tx1"/>
              </a:buClr>
              <a:buSzPct val="100000"/>
              <a:buAutoNum type="arabicPeriod"/>
            </a:pPr>
            <a:r>
              <a:rPr lang="sv-SE" sz="1700" dirty="0">
                <a:latin typeface="Arial" panose="020B0604020202020204" pitchFamily="34" charset="0"/>
                <a:cs typeface="Arial" panose="020B0604020202020204" pitchFamily="34" charset="0"/>
              </a:rPr>
              <a:t>Menyiapkan Media Sosial Satuan Pendidikan;</a:t>
            </a:r>
          </a:p>
          <a:p>
            <a:pPr marL="457200" indent="-457200">
              <a:buClr>
                <a:schemeClr val="tx1"/>
              </a:buClr>
              <a:buSzPct val="100000"/>
              <a:buAutoNum type="arabicPeriod"/>
            </a:pPr>
            <a:r>
              <a:rPr lang="sv-SE" sz="1700" b="1" dirty="0">
                <a:latin typeface="Arial" panose="020B0604020202020204" pitchFamily="34" charset="0"/>
                <a:cs typeface="Arial" panose="020B0604020202020204" pitchFamily="34" charset="0"/>
              </a:rPr>
              <a:t>Dokumen </a:t>
            </a:r>
            <a:r>
              <a:rPr lang="en-ID" sz="1700" b="1" dirty="0" err="1">
                <a:latin typeface="Arial" panose="020B0604020202020204" pitchFamily="34" charset="0"/>
                <a:cs typeface="Arial" panose="020B0604020202020204" pitchFamily="34" charset="0"/>
              </a:rPr>
              <a:t>Praktik</a:t>
            </a:r>
            <a:r>
              <a:rPr lang="en-ID" sz="1700" b="1" dirty="0">
                <a:latin typeface="Arial" panose="020B0604020202020204" pitchFamily="34" charset="0"/>
                <a:cs typeface="Arial" panose="020B0604020202020204" pitchFamily="34" charset="0"/>
              </a:rPr>
              <a:t> Baik: Program </a:t>
            </a:r>
            <a:r>
              <a:rPr lang="en-ID" sz="1700" b="1" dirty="0" err="1">
                <a:latin typeface="Arial" panose="020B0604020202020204" pitchFamily="34" charset="0"/>
                <a:cs typeface="Arial" panose="020B0604020202020204" pitchFamily="34" charset="0"/>
              </a:rPr>
              <a:t>Inovasi</a:t>
            </a:r>
            <a:r>
              <a:rPr lang="en-ID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b="1" dirty="0" err="1">
                <a:latin typeface="Arial" panose="020B0604020202020204" pitchFamily="34" charset="0"/>
                <a:cs typeface="Arial" panose="020B0604020202020204" pitchFamily="34" charset="0"/>
              </a:rPr>
              <a:t>Gapura</a:t>
            </a:r>
            <a:r>
              <a:rPr lang="en-ID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b="1" dirty="0" err="1">
                <a:latin typeface="Arial" panose="020B0604020202020204" pitchFamily="34" charset="0"/>
                <a:cs typeface="Arial" panose="020B0604020202020204" pitchFamily="34" charset="0"/>
              </a:rPr>
              <a:t>Pancawaluya</a:t>
            </a:r>
            <a:r>
              <a:rPr lang="en-ID" sz="17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sz="1700" b="1" dirty="0" err="1">
                <a:latin typeface="Arial" panose="020B0604020202020204" pitchFamily="34" charset="0"/>
                <a:cs typeface="Arial" panose="020B0604020202020204" pitchFamily="34" charset="0"/>
              </a:rPr>
              <a:t>berisi</a:t>
            </a:r>
            <a:r>
              <a:rPr lang="en-ID" sz="17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914400" lvl="1" indent="-457200">
              <a:buClr>
                <a:schemeClr val="tx1"/>
              </a:buClr>
              <a:buSzPct val="100000"/>
              <a:buAutoNum type="arabicPeriod"/>
            </a:pP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Profil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Sekolah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Gapura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Pancawaluya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914400" lvl="1" indent="-457200">
              <a:buClr>
                <a:schemeClr val="tx1"/>
              </a:buClr>
              <a:buSzPct val="100000"/>
              <a:buAutoNum type="arabicPeriod"/>
            </a:pP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Program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Habituasi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Pend.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Karakter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Sekolah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sesuai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Gub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. Jawa Barat No. 45/PK.03.03/Kesra;</a:t>
            </a:r>
          </a:p>
          <a:p>
            <a:pPr marL="914400" lvl="1" indent="-457200">
              <a:buClr>
                <a:schemeClr val="tx1"/>
              </a:buClr>
              <a:buSzPct val="100000"/>
              <a:buAutoNum type="arabicPeriod"/>
            </a:pP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Program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Inovasi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Gapura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Pancawaluya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pilihan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tema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1371600" lvl="2" indent="-457200">
              <a:buClr>
                <a:schemeClr val="tx1"/>
              </a:buClr>
              <a:buSzPct val="100000"/>
              <a:buAutoNum type="arabicPeriod"/>
            </a:pP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Salah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satu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langkah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pendidikan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karakter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diunggulkan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oleh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sekolah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; atau</a:t>
            </a:r>
          </a:p>
          <a:p>
            <a:pPr marL="1371600" lvl="2" indent="-457200">
              <a:buClr>
                <a:schemeClr val="tx1"/>
              </a:buClr>
              <a:buSzPct val="100000"/>
              <a:buAutoNum type="arabicPeriod"/>
            </a:pP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Gagasan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pembentukan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generasi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i="1" dirty="0" err="1">
                <a:latin typeface="Arial" panose="020B0604020202020204" pitchFamily="34" charset="0"/>
                <a:cs typeface="Arial" panose="020B0604020202020204" pitchFamily="34" charset="0"/>
              </a:rPr>
              <a:t>cageur</a:t>
            </a:r>
            <a:r>
              <a:rPr lang="en-ID" sz="1700" i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sz="1700" i="1" dirty="0" err="1">
                <a:latin typeface="Arial" panose="020B0604020202020204" pitchFamily="34" charset="0"/>
                <a:cs typeface="Arial" panose="020B0604020202020204" pitchFamily="34" charset="0"/>
              </a:rPr>
              <a:t>bageur</a:t>
            </a:r>
            <a:r>
              <a:rPr lang="en-ID" sz="1700" i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sz="1700" i="1" dirty="0" err="1">
                <a:latin typeface="Arial" panose="020B0604020202020204" pitchFamily="34" charset="0"/>
                <a:cs typeface="Arial" panose="020B0604020202020204" pitchFamily="34" charset="0"/>
              </a:rPr>
              <a:t>bener</a:t>
            </a:r>
            <a:r>
              <a:rPr lang="en-ID" sz="1700" i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sz="1700" i="1" dirty="0" err="1">
                <a:latin typeface="Arial" panose="020B0604020202020204" pitchFamily="34" charset="0"/>
                <a:cs typeface="Arial" panose="020B0604020202020204" pitchFamily="34" charset="0"/>
              </a:rPr>
              <a:t>pinter</a:t>
            </a:r>
            <a:r>
              <a:rPr lang="en-ID" sz="1700" i="1" dirty="0">
                <a:latin typeface="Arial" panose="020B0604020202020204" pitchFamily="34" charset="0"/>
                <a:cs typeface="Arial" panose="020B0604020202020204" pitchFamily="34" charset="0"/>
              </a:rPr>
              <a:t> tur singer</a:t>
            </a:r>
            <a:endParaRPr lang="en-ID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857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12A19-DA26-F232-1E7A-B205F01BA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9482CA6-E1D0-0B34-866F-1027FEEFDB41}"/>
              </a:ext>
            </a:extLst>
          </p:cNvPr>
          <p:cNvSpPr/>
          <p:nvPr/>
        </p:nvSpPr>
        <p:spPr>
          <a:xfrm>
            <a:off x="4901762" y="254839"/>
            <a:ext cx="1154242" cy="264951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5" name="Picture 4">
            <a:hlinkClick r:id="rId2" action="ppaction://hlinksldjump"/>
            <a:extLst>
              <a:ext uri="{FF2B5EF4-FFF2-40B4-BE49-F238E27FC236}">
                <a16:creationId xmlns:a16="http://schemas.microsoft.com/office/drawing/2014/main" id="{5C85DFF2-CA54-E0FD-ED1C-6BCEFFC3243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657553" y="6019800"/>
            <a:ext cx="1465063" cy="739442"/>
          </a:xfrm>
          <a:prstGeom prst="rect">
            <a:avLst/>
          </a:prstGeom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6B16C8EF-C725-7E4F-A3C0-E3C1914AF0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2626692"/>
              </p:ext>
            </p:extLst>
          </p:nvPr>
        </p:nvGraphicFramePr>
        <p:xfrm>
          <a:off x="619881" y="-357296"/>
          <a:ext cx="11317290" cy="36751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AA0A6E9-4311-AB05-8953-3CAB19659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9074" y="2985528"/>
            <a:ext cx="10273542" cy="3124201"/>
          </a:xfrm>
        </p:spPr>
        <p:txBody>
          <a:bodyPr>
            <a:normAutofit/>
          </a:bodyPr>
          <a:lstStyle/>
          <a:p>
            <a:pPr marL="0" indent="0">
              <a:buClr>
                <a:schemeClr val="tx1"/>
              </a:buClr>
              <a:buSzPct val="100000"/>
              <a:buNone/>
            </a:pPr>
            <a:r>
              <a:rPr lang="en-ID" sz="2100" dirty="0" err="1">
                <a:latin typeface="Arial" panose="020B0604020202020204" pitchFamily="34" charset="0"/>
                <a:cs typeface="Arial" panose="020B0604020202020204" pitchFamily="34" charset="0"/>
              </a:rPr>
              <a:t>Melakukan</a:t>
            </a:r>
            <a:r>
              <a:rPr lang="en-ID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100" dirty="0" err="1">
                <a:latin typeface="Arial" panose="020B0604020202020204" pitchFamily="34" charset="0"/>
                <a:cs typeface="Arial" panose="020B0604020202020204" pitchFamily="34" charset="0"/>
              </a:rPr>
              <a:t>aksi</a:t>
            </a:r>
            <a:r>
              <a:rPr lang="en-ID" sz="2100" dirty="0"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ID" sz="2100" dirty="0" err="1">
                <a:latin typeface="Arial" panose="020B0604020202020204" pitchFamily="34" charset="0"/>
                <a:cs typeface="Arial" panose="020B0604020202020204" pitchFamily="34" charset="0"/>
              </a:rPr>
              <a:t>mendokumentasikan</a:t>
            </a:r>
            <a:r>
              <a:rPr lang="en-ID" sz="2100" dirty="0">
                <a:latin typeface="Arial" panose="020B0604020202020204" pitchFamily="34" charset="0"/>
                <a:cs typeface="Arial" panose="020B0604020202020204" pitchFamily="34" charset="0"/>
              </a:rPr>
              <a:t> pada media </a:t>
            </a:r>
            <a:r>
              <a:rPr lang="en-ID" sz="2100" dirty="0" err="1">
                <a:latin typeface="Arial" panose="020B0604020202020204" pitchFamily="34" charset="0"/>
                <a:cs typeface="Arial" panose="020B0604020202020204" pitchFamily="34" charset="0"/>
              </a:rPr>
              <a:t>sosial</a:t>
            </a:r>
            <a:r>
              <a:rPr lang="en-ID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100" dirty="0" err="1">
                <a:latin typeface="Arial" panose="020B0604020202020204" pitchFamily="34" charset="0"/>
                <a:cs typeface="Arial" panose="020B0604020202020204" pitchFamily="34" charset="0"/>
              </a:rPr>
              <a:t>satuan</a:t>
            </a:r>
            <a:r>
              <a:rPr lang="en-ID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100" dirty="0" err="1">
                <a:latin typeface="Arial" panose="020B0604020202020204" pitchFamily="34" charset="0"/>
                <a:cs typeface="Arial" panose="020B0604020202020204" pitchFamily="34" charset="0"/>
              </a:rPr>
              <a:t>pendidikan</a:t>
            </a:r>
            <a:r>
              <a:rPr lang="en-ID" sz="21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457200" indent="-457200">
              <a:buClr>
                <a:schemeClr val="tx1"/>
              </a:buClr>
              <a:buSzPct val="100000"/>
              <a:buFont typeface="+mj-lt"/>
              <a:buAutoNum type="alphaLcPeriod"/>
            </a:pPr>
            <a:r>
              <a:rPr lang="en-ID" sz="2100" dirty="0" err="1">
                <a:latin typeface="Arial" panose="020B0604020202020204" pitchFamily="34" charset="0"/>
                <a:cs typeface="Arial" panose="020B0604020202020204" pitchFamily="34" charset="0"/>
              </a:rPr>
              <a:t>Habituasi</a:t>
            </a:r>
            <a:r>
              <a:rPr lang="en-ID" sz="2100" dirty="0">
                <a:latin typeface="Arial" panose="020B0604020202020204" pitchFamily="34" charset="0"/>
                <a:cs typeface="Arial" panose="020B0604020202020204" pitchFamily="34" charset="0"/>
              </a:rPr>
              <a:t> 9 Langkah Pendidikan </a:t>
            </a:r>
            <a:r>
              <a:rPr lang="en-ID" sz="2100" dirty="0" err="1">
                <a:latin typeface="Arial" panose="020B0604020202020204" pitchFamily="34" charset="0"/>
                <a:cs typeface="Arial" panose="020B0604020202020204" pitchFamily="34" charset="0"/>
              </a:rPr>
              <a:t>Karakter</a:t>
            </a:r>
            <a:r>
              <a:rPr lang="en-ID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100" dirty="0" err="1">
                <a:latin typeface="Arial" panose="020B0604020202020204" pitchFamily="34" charset="0"/>
                <a:cs typeface="Arial" panose="020B0604020202020204" pitchFamily="34" charset="0"/>
              </a:rPr>
              <a:t>menuju</a:t>
            </a:r>
            <a:r>
              <a:rPr lang="en-ID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100" dirty="0" err="1">
                <a:latin typeface="Arial" panose="020B0604020202020204" pitchFamily="34" charset="0"/>
                <a:cs typeface="Arial" panose="020B0604020202020204" pitchFamily="34" charset="0"/>
              </a:rPr>
              <a:t>Gapura</a:t>
            </a:r>
            <a:r>
              <a:rPr lang="en-ID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100" dirty="0" err="1">
                <a:latin typeface="Arial" panose="020B0604020202020204" pitchFamily="34" charset="0"/>
                <a:cs typeface="Arial" panose="020B0604020202020204" pitchFamily="34" charset="0"/>
              </a:rPr>
              <a:t>Pancawaluya</a:t>
            </a:r>
            <a:r>
              <a:rPr lang="en-ID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457200" indent="-457200">
              <a:buClr>
                <a:schemeClr val="tx1"/>
              </a:buClr>
              <a:buSzPct val="100000"/>
              <a:buFont typeface="+mj-lt"/>
              <a:buAutoNum type="alphaLcPeriod"/>
            </a:pPr>
            <a:r>
              <a:rPr lang="en-ID" sz="2100" dirty="0" err="1">
                <a:latin typeface="Arial" panose="020B0604020202020204" pitchFamily="34" charset="0"/>
                <a:cs typeface="Arial" panose="020B0604020202020204" pitchFamily="34" charset="0"/>
              </a:rPr>
              <a:t>Inovasi</a:t>
            </a:r>
            <a:r>
              <a:rPr lang="en-ID" sz="2100" dirty="0">
                <a:latin typeface="Arial" panose="020B0604020202020204" pitchFamily="34" charset="0"/>
                <a:cs typeface="Arial" panose="020B0604020202020204" pitchFamily="34" charset="0"/>
              </a:rPr>
              <a:t> Program Pendidikan </a:t>
            </a:r>
            <a:r>
              <a:rPr lang="en-ID" sz="2100" dirty="0" err="1">
                <a:latin typeface="Arial" panose="020B0604020202020204" pitchFamily="34" charset="0"/>
                <a:cs typeface="Arial" panose="020B0604020202020204" pitchFamily="34" charset="0"/>
              </a:rPr>
              <a:t>Gapura</a:t>
            </a:r>
            <a:r>
              <a:rPr lang="en-ID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100" dirty="0" err="1">
                <a:latin typeface="Arial" panose="020B0604020202020204" pitchFamily="34" charset="0"/>
                <a:cs typeface="Arial" panose="020B0604020202020204" pitchFamily="34" charset="0"/>
              </a:rPr>
              <a:t>Pancawaluya</a:t>
            </a:r>
            <a:r>
              <a:rPr lang="en-ID" sz="21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ID" sz="2100" dirty="0" err="1">
                <a:latin typeface="Arial" panose="020B0604020202020204" pitchFamily="34" charset="0"/>
                <a:cs typeface="Arial" panose="020B0604020202020204" pitchFamily="34" charset="0"/>
              </a:rPr>
              <a:t>telah</a:t>
            </a:r>
            <a:r>
              <a:rPr lang="en-ID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100" dirty="0" err="1">
                <a:latin typeface="Arial" panose="020B0604020202020204" pitchFamily="34" charset="0"/>
                <a:cs typeface="Arial" panose="020B0604020202020204" pitchFamily="34" charset="0"/>
              </a:rPr>
              <a:t>diprogramkan</a:t>
            </a:r>
            <a:r>
              <a:rPr lang="en-ID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457200" indent="-457200">
              <a:buClr>
                <a:schemeClr val="tx1"/>
              </a:buClr>
              <a:buSzPct val="100000"/>
              <a:buFont typeface="+mj-lt"/>
              <a:buAutoNum type="alphaLcPeriod"/>
            </a:pPr>
            <a:r>
              <a:rPr lang="en-ID" sz="2100" dirty="0" err="1">
                <a:latin typeface="Arial" panose="020B0604020202020204" pitchFamily="34" charset="0"/>
                <a:cs typeface="Arial" panose="020B0604020202020204" pitchFamily="34" charset="0"/>
              </a:rPr>
              <a:t>Satuan</a:t>
            </a:r>
            <a:r>
              <a:rPr lang="en-ID" sz="2100" dirty="0">
                <a:latin typeface="Arial" panose="020B0604020202020204" pitchFamily="34" charset="0"/>
                <a:cs typeface="Arial" panose="020B0604020202020204" pitchFamily="34" charset="0"/>
              </a:rPr>
              <a:t> Pendidikan </a:t>
            </a:r>
            <a:r>
              <a:rPr lang="en-ID" sz="2100" dirty="0" err="1">
                <a:latin typeface="Arial" panose="020B0604020202020204" pitchFamily="34" charset="0"/>
                <a:cs typeface="Arial" panose="020B0604020202020204" pitchFamily="34" charset="0"/>
              </a:rPr>
              <a:t>dibawah</a:t>
            </a:r>
            <a:r>
              <a:rPr lang="en-ID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100" dirty="0" err="1">
                <a:latin typeface="Arial" panose="020B0604020202020204" pitchFamily="34" charset="0"/>
                <a:cs typeface="Arial" panose="020B0604020202020204" pitchFamily="34" charset="0"/>
              </a:rPr>
              <a:t>kewenangan</a:t>
            </a:r>
            <a:r>
              <a:rPr lang="en-ID" sz="2100" dirty="0">
                <a:latin typeface="Arial" panose="020B0604020202020204" pitchFamily="34" charset="0"/>
                <a:cs typeface="Arial" panose="020B0604020202020204" pitchFamily="34" charset="0"/>
              </a:rPr>
              <a:t> Dinas Pendidikan </a:t>
            </a:r>
            <a:r>
              <a:rPr lang="en-ID" sz="2100" dirty="0" err="1">
                <a:latin typeface="Arial" panose="020B0604020202020204" pitchFamily="34" charset="0"/>
                <a:cs typeface="Arial" panose="020B0604020202020204" pitchFamily="34" charset="0"/>
              </a:rPr>
              <a:t>Provinsi</a:t>
            </a:r>
            <a:r>
              <a:rPr lang="en-ID" sz="2100" dirty="0">
                <a:latin typeface="Arial" panose="020B0604020202020204" pitchFamily="34" charset="0"/>
                <a:cs typeface="Arial" panose="020B0604020202020204" pitchFamily="34" charset="0"/>
              </a:rPr>
              <a:t> Jawa Barat </a:t>
            </a:r>
            <a:r>
              <a:rPr lang="en-ID" sz="2100" dirty="0" err="1">
                <a:latin typeface="Arial" panose="020B0604020202020204" pitchFamily="34" charset="0"/>
                <a:cs typeface="Arial" panose="020B0604020202020204" pitchFamily="34" charset="0"/>
              </a:rPr>
              <a:t>menyampaikan</a:t>
            </a:r>
            <a:r>
              <a:rPr lang="en-ID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100" dirty="0" err="1">
                <a:latin typeface="Arial" panose="020B0604020202020204" pitchFamily="34" charset="0"/>
                <a:cs typeface="Arial" panose="020B0604020202020204" pitchFamily="34" charset="0"/>
              </a:rPr>
              <a:t>kegiatan</a:t>
            </a:r>
            <a:r>
              <a:rPr lang="en-ID" sz="2100" dirty="0">
                <a:latin typeface="Arial" panose="020B0604020202020204" pitchFamily="34" charset="0"/>
                <a:cs typeface="Arial" panose="020B0604020202020204" pitchFamily="34" charset="0"/>
              </a:rPr>
              <a:t> MPLS </a:t>
            </a:r>
            <a:r>
              <a:rPr lang="en-ID" sz="2100" dirty="0" err="1">
                <a:latin typeface="Arial" panose="020B0604020202020204" pitchFamily="34" charset="0"/>
                <a:cs typeface="Arial" panose="020B0604020202020204" pitchFamily="34" charset="0"/>
              </a:rPr>
              <a:t>Pancawaluya</a:t>
            </a:r>
            <a:endParaRPr lang="en-ID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8624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129E7-6553-AD1E-7808-EF40F9B0D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79F33BC-66BC-0880-BABF-8ACC043DCA63}"/>
              </a:ext>
            </a:extLst>
          </p:cNvPr>
          <p:cNvSpPr/>
          <p:nvPr/>
        </p:nvSpPr>
        <p:spPr>
          <a:xfrm>
            <a:off x="6100975" y="254839"/>
            <a:ext cx="1154242" cy="264951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5" name="Picture 4">
            <a:hlinkClick r:id="rId2" action="ppaction://hlinksldjump"/>
            <a:extLst>
              <a:ext uri="{FF2B5EF4-FFF2-40B4-BE49-F238E27FC236}">
                <a16:creationId xmlns:a16="http://schemas.microsoft.com/office/drawing/2014/main" id="{CFB7420E-8388-E760-9BE6-A62FC795AB0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657553" y="6019800"/>
            <a:ext cx="1465063" cy="739442"/>
          </a:xfrm>
          <a:prstGeom prst="rect">
            <a:avLst/>
          </a:prstGeom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29507201-5760-C56F-7712-2BBD831AEA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6032163"/>
              </p:ext>
            </p:extLst>
          </p:nvPr>
        </p:nvGraphicFramePr>
        <p:xfrm>
          <a:off x="619881" y="-357296"/>
          <a:ext cx="11317290" cy="36751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F704943-E713-8699-21DE-02E63B535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07" y="2894140"/>
            <a:ext cx="10207456" cy="6520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Pada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Sipalawa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Melaporkan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tautan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media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sosial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Kegiatan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habituasi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9 Langkah Pembangunan Pendidikan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Karakter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di Jawa Barat dan Video Aksi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Inovasi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Pendidikan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Gapura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Pancawaluya</a:t>
            </a:r>
            <a:endParaRPr lang="en-ID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33A5B7-F4AF-A413-7F75-ADDC25BB1159}"/>
              </a:ext>
            </a:extLst>
          </p:cNvPr>
          <p:cNvSpPr/>
          <p:nvPr/>
        </p:nvSpPr>
        <p:spPr>
          <a:xfrm>
            <a:off x="3390507" y="3647412"/>
            <a:ext cx="1918741" cy="270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Kebersihan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lingkungan</a:t>
            </a:r>
            <a:endParaRPr lang="en-ID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4F6855-7E7F-6363-6356-EBA1FEEE8D42}"/>
              </a:ext>
            </a:extLst>
          </p:cNvPr>
          <p:cNvSpPr/>
          <p:nvPr/>
        </p:nvSpPr>
        <p:spPr>
          <a:xfrm>
            <a:off x="5367200" y="3648185"/>
            <a:ext cx="2880000" cy="270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Peningkatan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mutu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kompetensi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guru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B7C7E1-AA38-E7FB-F480-2D7C8B0A6066}"/>
              </a:ext>
            </a:extLst>
          </p:cNvPr>
          <p:cNvSpPr/>
          <p:nvPr/>
        </p:nvSpPr>
        <p:spPr>
          <a:xfrm>
            <a:off x="3390507" y="4018554"/>
            <a:ext cx="1620000" cy="270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Pendidikan </a:t>
            </a:r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Ekologi</a:t>
            </a:r>
            <a:endParaRPr lang="en-ID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1D6888-C25C-C79D-F8D3-02C953217A7B}"/>
              </a:ext>
            </a:extLst>
          </p:cNvPr>
          <p:cNvSpPr/>
          <p:nvPr/>
        </p:nvSpPr>
        <p:spPr>
          <a:xfrm>
            <a:off x="5066907" y="4017984"/>
            <a:ext cx="2700000" cy="270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Kreativitas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Inovasi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Peserta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Didik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AD301B-EEBB-9792-D39E-58FB7AC34421}"/>
              </a:ext>
            </a:extLst>
          </p:cNvPr>
          <p:cNvSpPr/>
          <p:nvPr/>
        </p:nvSpPr>
        <p:spPr>
          <a:xfrm>
            <a:off x="3390507" y="4393299"/>
            <a:ext cx="4572000" cy="270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Perilaku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Hidup </a:t>
            </a:r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Bersih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Sehat </a:t>
            </a:r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membawa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bekal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rumah</a:t>
            </a:r>
            <a:endParaRPr lang="en-ID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1F0F691-2A29-6184-6EF0-AF9730BEEACA}"/>
              </a:ext>
            </a:extLst>
          </p:cNvPr>
          <p:cNvSpPr/>
          <p:nvPr/>
        </p:nvSpPr>
        <p:spPr>
          <a:xfrm>
            <a:off x="8029917" y="4393299"/>
            <a:ext cx="4068000" cy="270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Optimalisasi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penggunaan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kendaraan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umum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berjalan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kaki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39FA11-C637-B6BA-C30B-1725F7D1B793}"/>
              </a:ext>
            </a:extLst>
          </p:cNvPr>
          <p:cNvSpPr/>
          <p:nvPr/>
        </p:nvSpPr>
        <p:spPr>
          <a:xfrm>
            <a:off x="3390507" y="4748568"/>
            <a:ext cx="2520000" cy="270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Pengembangan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ekstrakurikuler</a:t>
            </a:r>
            <a:endParaRPr lang="en-ID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9DFAF8-7AC3-F30E-B097-40E58328DC67}"/>
              </a:ext>
            </a:extLst>
          </p:cNvPr>
          <p:cNvSpPr/>
          <p:nvPr/>
        </p:nvSpPr>
        <p:spPr>
          <a:xfrm>
            <a:off x="5964182" y="4736321"/>
            <a:ext cx="2700000" cy="270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Perilaku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peserta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didik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luar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sekolah</a:t>
            </a:r>
            <a:endParaRPr lang="en-ID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B867D9-C72E-752F-DD02-0C3438900FB7}"/>
              </a:ext>
            </a:extLst>
          </p:cNvPr>
          <p:cNvSpPr/>
          <p:nvPr/>
        </p:nvSpPr>
        <p:spPr>
          <a:xfrm>
            <a:off x="3390507" y="5103837"/>
            <a:ext cx="2700000" cy="270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Peningkatan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Pendidikan </a:t>
            </a:r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keagamaan</a:t>
            </a:r>
            <a:endParaRPr lang="en-ID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08DB23-C58D-967A-E297-F0F922695F2F}"/>
              </a:ext>
            </a:extLst>
          </p:cNvPr>
          <p:cNvSpPr/>
          <p:nvPr/>
        </p:nvSpPr>
        <p:spPr>
          <a:xfrm>
            <a:off x="6159107" y="5103837"/>
            <a:ext cx="5400000" cy="270000"/>
          </a:xfrm>
          <a:prstGeom prst="rect">
            <a:avLst/>
          </a:prstGeom>
          <a:solidFill>
            <a:srgbClr val="0012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chemeClr val="tx1"/>
              </a:buClr>
              <a:buSzPct val="100000"/>
            </a:pPr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Inovasi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Program Pendidikan </a:t>
            </a:r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Gapura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Pancawaluya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telah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diprogramkan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8B7C41-70D6-E93F-482B-C7184CBB79E9}"/>
              </a:ext>
            </a:extLst>
          </p:cNvPr>
          <p:cNvSpPr/>
          <p:nvPr/>
        </p:nvSpPr>
        <p:spPr>
          <a:xfrm>
            <a:off x="1218807" y="3581540"/>
            <a:ext cx="965593" cy="73184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September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61283F-692A-99A5-FF8F-0A01DE86FD21}"/>
              </a:ext>
            </a:extLst>
          </p:cNvPr>
          <p:cNvSpPr/>
          <p:nvPr/>
        </p:nvSpPr>
        <p:spPr>
          <a:xfrm>
            <a:off x="1218807" y="4337418"/>
            <a:ext cx="965593" cy="108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Oktober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CA8E1B3-D25F-EFFA-799A-AC7F337ADBA1}"/>
              </a:ext>
            </a:extLst>
          </p:cNvPr>
          <p:cNvSpPr/>
          <p:nvPr/>
        </p:nvSpPr>
        <p:spPr>
          <a:xfrm>
            <a:off x="2184400" y="3646003"/>
            <a:ext cx="1080000" cy="27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Minggu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ke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4FEA3E0-FE1D-7B19-8F8F-A8669D1AFE04}"/>
              </a:ext>
            </a:extLst>
          </p:cNvPr>
          <p:cNvSpPr/>
          <p:nvPr/>
        </p:nvSpPr>
        <p:spPr>
          <a:xfrm>
            <a:off x="2184400" y="4016238"/>
            <a:ext cx="1080000" cy="27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Minggu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ke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726980-4460-6BB0-7DA2-0B0C5C003E15}"/>
              </a:ext>
            </a:extLst>
          </p:cNvPr>
          <p:cNvSpPr/>
          <p:nvPr/>
        </p:nvSpPr>
        <p:spPr>
          <a:xfrm>
            <a:off x="2183953" y="4379367"/>
            <a:ext cx="1080000" cy="27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Minggu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ke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A086560-65E3-8187-D998-E4C815B69AC3}"/>
              </a:ext>
            </a:extLst>
          </p:cNvPr>
          <p:cNvSpPr/>
          <p:nvPr/>
        </p:nvSpPr>
        <p:spPr>
          <a:xfrm>
            <a:off x="2183953" y="4749602"/>
            <a:ext cx="1080000" cy="27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Minggu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ke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FB73712-DB88-4D0D-6B14-CA8223DC50EB}"/>
              </a:ext>
            </a:extLst>
          </p:cNvPr>
          <p:cNvSpPr/>
          <p:nvPr/>
        </p:nvSpPr>
        <p:spPr>
          <a:xfrm>
            <a:off x="2183953" y="5083510"/>
            <a:ext cx="1080000" cy="27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Minggu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200" dirty="0" err="1">
                <a:latin typeface="Arial" panose="020B0604020202020204" pitchFamily="34" charset="0"/>
                <a:cs typeface="Arial" panose="020B0604020202020204" pitchFamily="34" charset="0"/>
              </a:rPr>
              <a:t>ke</a:t>
            </a:r>
            <a:r>
              <a:rPr lang="en-ID" sz="1200" dirty="0">
                <a:latin typeface="Arial" panose="020B0604020202020204" pitchFamily="34" charset="0"/>
                <a:cs typeface="Arial" panose="020B0604020202020204" pitchFamily="34" charset="0"/>
              </a:rPr>
              <a:t> 3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CD2D41CB-C18B-FD24-7CD0-BDE9D62F444A}"/>
              </a:ext>
            </a:extLst>
          </p:cNvPr>
          <p:cNvSpPr txBox="1">
            <a:spLocks/>
          </p:cNvSpPr>
          <p:nvPr/>
        </p:nvSpPr>
        <p:spPr>
          <a:xfrm>
            <a:off x="1971451" y="5436039"/>
            <a:ext cx="9574563" cy="4724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Foto atau Video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ditampilkan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bentuk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kolase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slide/carousel</a:t>
            </a:r>
            <a:endParaRPr lang="en-ID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9341B691-B8B7-6B7C-572F-E9EC9C35D232}"/>
              </a:ext>
            </a:extLst>
          </p:cNvPr>
          <p:cNvSpPr txBox="1">
            <a:spLocks/>
          </p:cNvSpPr>
          <p:nvPr/>
        </p:nvSpPr>
        <p:spPr>
          <a:xfrm>
            <a:off x="1984544" y="5501182"/>
            <a:ext cx="10207456" cy="888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Visualisasi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dan video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disertai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deskripsi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konten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dilengkapi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mention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wajib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hastag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ID" sz="1400" dirty="0">
                <a:latin typeface="Arial" panose="020B0604020202020204" pitchFamily="34" charset="0"/>
                <a:cs typeface="Arial" panose="020B0604020202020204" pitchFamily="34" charset="0"/>
              </a:rPr>
              <a:t> #AnugerahGapuraPancawaluya2025</a:t>
            </a:r>
          </a:p>
        </p:txBody>
      </p:sp>
    </p:spTree>
    <p:extLst>
      <p:ext uri="{BB962C8B-B14F-4D97-AF65-F5344CB8AC3E}">
        <p14:creationId xmlns:p14="http://schemas.microsoft.com/office/powerpoint/2010/main" val="1736769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0ED2D-C0B5-CC2F-FEF8-6AFF86364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B3439A7-69B2-CE45-8128-F5E451F9944D}"/>
              </a:ext>
            </a:extLst>
          </p:cNvPr>
          <p:cNvSpPr/>
          <p:nvPr/>
        </p:nvSpPr>
        <p:spPr>
          <a:xfrm>
            <a:off x="7135285" y="254839"/>
            <a:ext cx="1154242" cy="264951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5" name="Picture 4">
            <a:hlinkClick r:id="rId2" action="ppaction://hlinksldjump"/>
            <a:extLst>
              <a:ext uri="{FF2B5EF4-FFF2-40B4-BE49-F238E27FC236}">
                <a16:creationId xmlns:a16="http://schemas.microsoft.com/office/drawing/2014/main" id="{F05F7128-4C25-D3A8-8821-DBFA04BE94E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657553" y="6019800"/>
            <a:ext cx="1465063" cy="739442"/>
          </a:xfrm>
          <a:prstGeom prst="rect">
            <a:avLst/>
          </a:prstGeom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2E402262-C650-6E05-7825-EF75D48F07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13421733"/>
              </p:ext>
            </p:extLst>
          </p:nvPr>
        </p:nvGraphicFramePr>
        <p:xfrm>
          <a:off x="619881" y="-357296"/>
          <a:ext cx="11317290" cy="36751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46C450F-4364-4C3B-5D38-FE1820ECBC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3406" y="2679700"/>
            <a:ext cx="10018713" cy="31242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Objek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visitasi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457200" indent="-457200"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Kesesuaian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dokumen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penilaian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dilaporkan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457200" indent="-457200"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Bukti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kegiatan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habituasi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pendidikan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karakter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pancawaluya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457200" indent="-457200"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Produk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Kegiatan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capaian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inovasi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gapura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pancawaluya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457200" indent="-457200"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Kesiapan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sekolah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menerima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tim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visitasi</a:t>
            </a:r>
            <a:endParaRPr lang="en-ID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3577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FDEF4-18F6-A627-C49E-7BC8A5FBF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07BA110-2994-7386-124F-16A1D5BF9AA5}"/>
              </a:ext>
            </a:extLst>
          </p:cNvPr>
          <p:cNvSpPr/>
          <p:nvPr/>
        </p:nvSpPr>
        <p:spPr>
          <a:xfrm>
            <a:off x="8139625" y="254839"/>
            <a:ext cx="1154242" cy="264951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5" name="Picture 4">
            <a:hlinkClick r:id="rId2" action="ppaction://hlinksldjump"/>
            <a:extLst>
              <a:ext uri="{FF2B5EF4-FFF2-40B4-BE49-F238E27FC236}">
                <a16:creationId xmlns:a16="http://schemas.microsoft.com/office/drawing/2014/main" id="{09D51D12-63E6-F51D-3B72-F4F1F017A2F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657553" y="6019800"/>
            <a:ext cx="1465063" cy="739442"/>
          </a:xfrm>
          <a:prstGeom prst="rect">
            <a:avLst/>
          </a:prstGeom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1C1B1513-8217-B8D4-F050-AB57CEB76B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3690640"/>
              </p:ext>
            </p:extLst>
          </p:nvPr>
        </p:nvGraphicFramePr>
        <p:xfrm>
          <a:off x="619881" y="-357296"/>
          <a:ext cx="11317290" cy="36751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693A936-1210-FE2B-63BA-248F0554C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3429000"/>
            <a:ext cx="10018713" cy="31242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Paparan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Desain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paparan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mengandung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unsur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kearifan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lokal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kekhasan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pancawaluya</a:t>
            </a:r>
            <a:endParaRPr lang="en-ID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Berisi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Deskripsi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Inovasi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Program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Kebaruan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dampak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pancawaluya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pada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inovasi</a:t>
            </a:r>
            <a:endParaRPr lang="en-ID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Pemaparan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5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menit</a:t>
            </a:r>
            <a:endParaRPr lang="en-ID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Pemapar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mengenakan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pakaian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nuansa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kearifan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lokal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pancawaluya</a:t>
            </a:r>
            <a:endParaRPr lang="en-ID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Wawancara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atas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Paparan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Pemenuhan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Seleksi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Tahap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1 dan 2.</a:t>
            </a: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D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9122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34832-6B42-1301-A1AE-0F5913FCB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5DFEE4E-5DF6-299A-E0F5-2DBF55BF88D3}"/>
              </a:ext>
            </a:extLst>
          </p:cNvPr>
          <p:cNvSpPr/>
          <p:nvPr/>
        </p:nvSpPr>
        <p:spPr>
          <a:xfrm>
            <a:off x="9338833" y="254839"/>
            <a:ext cx="1483786" cy="264951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5" name="Picture 4">
            <a:hlinkClick r:id="rId2" action="ppaction://hlinksldjump"/>
            <a:extLst>
              <a:ext uri="{FF2B5EF4-FFF2-40B4-BE49-F238E27FC236}">
                <a16:creationId xmlns:a16="http://schemas.microsoft.com/office/drawing/2014/main" id="{6890249D-2067-F1BE-5F02-794F719DBC6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657553" y="6019800"/>
            <a:ext cx="1465063" cy="739442"/>
          </a:xfrm>
          <a:prstGeom prst="rect">
            <a:avLst/>
          </a:prstGeom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80FB044B-A420-57FA-2F06-3911E88CE4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23584798"/>
              </p:ext>
            </p:extLst>
          </p:nvPr>
        </p:nvGraphicFramePr>
        <p:xfrm>
          <a:off x="619881" y="-357296"/>
          <a:ext cx="11317290" cy="36751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A969C9C-6C7A-2615-B3BB-FE02E46DE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0" y="3429000"/>
            <a:ext cx="8836023" cy="31242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D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Anugerah</a:t>
            </a:r>
            <a:r>
              <a:rPr lang="en-ID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Gapura</a:t>
            </a:r>
            <a:r>
              <a:rPr lang="en-ID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Pancawaluya</a:t>
            </a:r>
            <a:r>
              <a:rPr lang="en-ID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Tahun</a:t>
            </a:r>
            <a:r>
              <a:rPr lang="en-ID" sz="1600" b="1" dirty="0">
                <a:latin typeface="Arial" panose="020B0604020202020204" pitchFamily="34" charset="0"/>
                <a:cs typeface="Arial" panose="020B0604020202020204" pitchFamily="34" charset="0"/>
              </a:rPr>
              <a:t> 2025 </a:t>
            </a:r>
            <a:r>
              <a:rPr lang="en-ID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ID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pemenang</a:t>
            </a:r>
            <a:r>
              <a:rPr lang="en-ID" sz="1600" b="1" dirty="0">
                <a:latin typeface="Arial" panose="020B0604020202020204" pitchFamily="34" charset="0"/>
                <a:cs typeface="Arial" panose="020B0604020202020204" pitchFamily="34" charset="0"/>
              </a:rPr>
              <a:t> pada </a:t>
            </a:r>
            <a:r>
              <a:rPr lang="en-ID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kategori</a:t>
            </a:r>
            <a:r>
              <a:rPr lang="en-ID" sz="16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914400" lvl="1" indent="-457200">
              <a:buClr>
                <a:schemeClr val="tx1"/>
              </a:buClr>
              <a:buSzPct val="100000"/>
              <a:buFont typeface="+mj-lt"/>
              <a:buAutoNum type="alphaLcPeriod"/>
            </a:pP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SD/MI </a:t>
            </a:r>
          </a:p>
          <a:p>
            <a:pPr marL="914400" lvl="1" indent="-457200">
              <a:buClr>
                <a:schemeClr val="tx1"/>
              </a:buClr>
              <a:buSzPct val="100000"/>
              <a:buFont typeface="+mj-lt"/>
              <a:buAutoNum type="alphaLcPeriod"/>
            </a:pP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SMP/MTs </a:t>
            </a:r>
          </a:p>
          <a:p>
            <a:pPr marL="914400" lvl="1" indent="-457200">
              <a:buClr>
                <a:schemeClr val="tx1"/>
              </a:buClr>
              <a:buSzPct val="100000"/>
              <a:buFont typeface="+mj-lt"/>
              <a:buAutoNum type="alphaLcPeriod"/>
            </a:pP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SMA/MA </a:t>
            </a:r>
          </a:p>
          <a:p>
            <a:pPr marL="914400" lvl="1" indent="-457200">
              <a:buClr>
                <a:schemeClr val="tx1"/>
              </a:buClr>
              <a:buSzPct val="100000"/>
              <a:buFont typeface="+mj-lt"/>
              <a:buAutoNum type="alphaLcPeriod"/>
            </a:pP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SMK/MAK </a:t>
            </a:r>
          </a:p>
          <a:p>
            <a:pPr marL="914400" lvl="1" indent="-457200">
              <a:buClr>
                <a:schemeClr val="tx1"/>
              </a:buClr>
              <a:buSzPct val="100000"/>
              <a:buFont typeface="+mj-lt"/>
              <a:buAutoNum type="alphaLcPeriod"/>
            </a:pP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SLB </a:t>
            </a:r>
          </a:p>
          <a:p>
            <a:pPr marL="0" indent="0">
              <a:buNone/>
            </a:pPr>
            <a:r>
              <a:rPr lang="en-ID" sz="1600" b="1" dirty="0">
                <a:latin typeface="Arial" panose="020B0604020202020204" pitchFamily="34" charset="0"/>
                <a:cs typeface="Arial" panose="020B0604020202020204" pitchFamily="34" charset="0"/>
              </a:rPr>
              <a:t>Pada </a:t>
            </a:r>
            <a:r>
              <a:rPr lang="en-ID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setiap</a:t>
            </a:r>
            <a:r>
              <a:rPr lang="en-ID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jenjang</a:t>
            </a:r>
            <a:r>
              <a:rPr lang="en-ID" sz="1600" b="1" dirty="0">
                <a:latin typeface="Arial" panose="020B0604020202020204" pitchFamily="34" charset="0"/>
                <a:cs typeface="Arial" panose="020B0604020202020204" pitchFamily="34" charset="0"/>
              </a:rPr>
              <a:t> Pendidikan di </a:t>
            </a:r>
            <a:r>
              <a:rPr lang="en-ID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berikan</a:t>
            </a:r>
            <a:r>
              <a:rPr lang="en-ID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anugerah</a:t>
            </a:r>
            <a:r>
              <a:rPr lang="en-ID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ID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predikat</a:t>
            </a:r>
            <a:r>
              <a:rPr lang="en-ID" sz="1600" b="1" dirty="0">
                <a:latin typeface="Arial" panose="020B0604020202020204" pitchFamily="34" charset="0"/>
                <a:cs typeface="Arial" panose="020B0604020202020204" pitchFamily="34" charset="0"/>
              </a:rPr>
              <a:t>:  </a:t>
            </a:r>
          </a:p>
          <a:p>
            <a:pPr marL="800100" lvl="1" indent="-342900"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Utama </a:t>
            </a:r>
          </a:p>
          <a:p>
            <a:pPr marL="800100" lvl="1" indent="-342900"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Madya </a:t>
            </a:r>
          </a:p>
          <a:p>
            <a:pPr marL="800100" lvl="1" indent="-342900"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Nista</a:t>
            </a:r>
          </a:p>
        </p:txBody>
      </p:sp>
    </p:spTree>
    <p:extLst>
      <p:ext uri="{BB962C8B-B14F-4D97-AF65-F5344CB8AC3E}">
        <p14:creationId xmlns:p14="http://schemas.microsoft.com/office/powerpoint/2010/main" val="10200770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09537-6C4C-FD6A-638C-F29A3D073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3F6BD-A3C3-EEC9-AC50-405F1CDB2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Hatur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nuhun</a:t>
            </a:r>
            <a:endParaRPr lang="en-ID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5136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221</TotalTime>
  <Words>1193</Words>
  <Application>Microsoft Office PowerPoint</Application>
  <PresentationFormat>Widescreen</PresentationFormat>
  <Paragraphs>224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Corbel</vt:lpstr>
      <vt:lpstr>Parallax</vt:lpstr>
      <vt:lpstr>PANDUAN PESERTA SELEKSI  ANUGERAH GAPURA PANCAWALUYA TAHUN 2025</vt:lpstr>
      <vt:lpstr>Anugerah Gapura Pancawaluya Tahun 2025</vt:lpstr>
      <vt:lpstr>Mekanisme Anugerah Gapura Pancawaluya 2025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Melani Nur Alfiatul Zakiyah</dc:creator>
  <cp:lastModifiedBy>Melani Nur Alfiatul Zakiyah</cp:lastModifiedBy>
  <cp:revision>29</cp:revision>
  <dcterms:created xsi:type="dcterms:W3CDTF">2025-08-16T14:05:12Z</dcterms:created>
  <dcterms:modified xsi:type="dcterms:W3CDTF">2025-08-17T05:38:05Z</dcterms:modified>
</cp:coreProperties>
</file>